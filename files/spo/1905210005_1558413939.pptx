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9" r:id="rId3"/>
    <p:sldId id="271" r:id="rId4"/>
    <p:sldId id="272" r:id="rId5"/>
    <p:sldId id="273" r:id="rId6"/>
    <p:sldId id="274" r:id="rId7"/>
    <p:sldId id="270" r:id="rId8"/>
    <p:sldId id="275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23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4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04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7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2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3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9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846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181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6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15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AD8BA4-D36A-CD42-8215-69634F97A7C9}" type="datetimeFigureOut">
              <a:rPr lang="en-US" smtClean="0"/>
              <a:t>4/24/2019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985786B-0C68-6B4A-8B25-2BD2BE877B0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46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964" y="4960137"/>
            <a:ext cx="6263986" cy="1463040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dirty="0" err="1" smtClean="0">
                <a:cs typeface="Arial" panose="020B0604020202020204" pitchFamily="34" charset="0"/>
              </a:rPr>
              <a:t>Komunikasi</a:t>
            </a:r>
            <a:r>
              <a:rPr lang="en-US" sz="3200" dirty="0" smtClean="0"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cs typeface="Arial" panose="020B0604020202020204" pitchFamily="34" charset="0"/>
              </a:rPr>
              <a:t>Efektif</a:t>
            </a:r>
            <a:r>
              <a:rPr lang="en-US" sz="3200" dirty="0" smtClean="0"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cs typeface="Arial" panose="020B0604020202020204" pitchFamily="34" charset="0"/>
              </a:rPr>
              <a:t>Untuk</a:t>
            </a:r>
            <a:r>
              <a:rPr lang="en-US" sz="3200" dirty="0" smtClean="0"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cs typeface="Arial" panose="020B0604020202020204" pitchFamily="34" charset="0"/>
              </a:rPr>
              <a:t>Meningkatkan</a:t>
            </a:r>
            <a:r>
              <a:rPr lang="en-US" sz="3200" dirty="0" smtClean="0"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cs typeface="Arial" panose="020B0604020202020204" pitchFamily="34" charset="0"/>
              </a:rPr>
              <a:t>Keselamatan</a:t>
            </a:r>
            <a:r>
              <a:rPr lang="en-US" sz="3200" dirty="0" smtClean="0"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cs typeface="Arial" panose="020B0604020202020204" pitchFamily="34" charset="0"/>
              </a:rPr>
              <a:t>Pasien</a:t>
            </a:r>
            <a:r>
              <a:rPr lang="en-US" sz="3200" dirty="0" smtClean="0">
                <a:cs typeface="Arial" panose="020B0604020202020204" pitchFamily="34" charset="0"/>
              </a:rPr>
              <a:t>  </a:t>
            </a:r>
            <a:r>
              <a:rPr lang="en-US" sz="3200" dirty="0" err="1">
                <a:cs typeface="Arial" panose="020B0604020202020204" pitchFamily="34" charset="0"/>
              </a:rPr>
              <a:t>D</a:t>
            </a:r>
            <a:r>
              <a:rPr lang="en-US" sz="3200" dirty="0" err="1" smtClean="0">
                <a:cs typeface="Arial" panose="020B0604020202020204" pitchFamily="34" charset="0"/>
              </a:rPr>
              <a:t>alam</a:t>
            </a:r>
            <a:r>
              <a:rPr lang="en-US" sz="3200" dirty="0" smtClean="0">
                <a:cs typeface="Arial" panose="020B0604020202020204" pitchFamily="34" charset="0"/>
              </a:rPr>
              <a:t> SNARS 2018</a:t>
            </a:r>
            <a:endParaRPr lang="en-US" sz="32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686050" cy="146304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Julia Indriaty, SKM, MARS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737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efektif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Pertukaran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, ide,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perasaan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perubahan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sikap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terjalin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sebuah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hubungan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baik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pemberi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penerima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Pengukuran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efektifitas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dilihat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tercapainya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tujuan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pengirim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pesan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83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Kesalahan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komunikasi</a:t>
            </a:r>
            <a:r>
              <a:rPr lang="en-US" dirty="0" smtClean="0"/>
              <a:t>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Komplain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err="1" smtClean="0">
                <a:sym typeface="Wingdings" panose="05000000000000000000" pitchFamily="2" charset="2"/>
              </a:rPr>
              <a:t>gugatan</a:t>
            </a:r>
            <a:endParaRPr lang="en-US" dirty="0" smtClean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>
                <a:sym typeface="Wingdings" panose="05000000000000000000" pitchFamily="2" charset="2"/>
              </a:rPr>
              <a:t>Kesalahan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dalam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prosedur</a:t>
            </a:r>
            <a:r>
              <a:rPr lang="en-US" dirty="0" smtClean="0">
                <a:sym typeface="Wingdings" panose="05000000000000000000" pitchFamily="2" charset="2"/>
              </a:rPr>
              <a:t>/</a:t>
            </a:r>
            <a:r>
              <a:rPr lang="en-US" dirty="0" err="1" smtClean="0">
                <a:sym typeface="Wingdings" panose="05000000000000000000" pitchFamily="2" charset="2"/>
              </a:rPr>
              <a:t>tindakan</a:t>
            </a:r>
            <a:endParaRPr lang="en-US" dirty="0" smtClean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>
                <a:sym typeface="Wingdings" panose="05000000000000000000" pitchFamily="2" charset="2"/>
              </a:rPr>
              <a:t>Penambahan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biaya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rawat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Kecacatan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Kematian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2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efektif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Sehubungan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keselamatan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/>
              <a:t>: :</a:t>
            </a:r>
          </a:p>
          <a:p>
            <a:pPr marL="0" indent="0">
              <a:buNone/>
            </a:pPr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masyarakat</a:t>
            </a:r>
            <a:r>
              <a:rPr lang="en-US" dirty="0" smtClean="0">
                <a:sym typeface="Wingdings" panose="05000000000000000000" pitchFamily="2" charset="2"/>
              </a:rPr>
              <a:t> MKE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pasien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keluarga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MKE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PPA ( professional </a:t>
            </a:r>
            <a:r>
              <a:rPr lang="en-US" dirty="0" err="1" smtClean="0"/>
              <a:t>Pemberi</a:t>
            </a:r>
            <a:r>
              <a:rPr lang="en-US" dirty="0" smtClean="0"/>
              <a:t> </a:t>
            </a:r>
            <a:r>
              <a:rPr lang="en-US" dirty="0" err="1" smtClean="0"/>
              <a:t>Asuhan</a:t>
            </a:r>
            <a:r>
              <a:rPr lang="en-US" dirty="0" smtClean="0"/>
              <a:t> )</a:t>
            </a:r>
          </a:p>
          <a:p>
            <a:pPr marL="0" indent="0">
              <a:buNone/>
            </a:pPr>
            <a:r>
              <a:rPr lang="en-US" b="1" dirty="0" smtClean="0"/>
              <a:t>PPA: </a:t>
            </a:r>
            <a:r>
              <a:rPr lang="en-US" b="1" dirty="0" err="1" smtClean="0"/>
              <a:t>Dokter,perawat,nutrisi,fisioterapi,apoteker</a:t>
            </a:r>
            <a:r>
              <a:rPr lang="en-US" b="1" dirty="0" smtClean="0"/>
              <a:t> </a:t>
            </a:r>
          </a:p>
          <a:p>
            <a:pPr>
              <a:buFontTx/>
              <a:buChar char="-"/>
            </a:pPr>
            <a:r>
              <a:rPr lang="en-US" b="1" dirty="0" smtClean="0"/>
              <a:t>SIP </a:t>
            </a:r>
            <a:r>
              <a:rPr lang="en-US" b="1" dirty="0" err="1" smtClean="0"/>
              <a:t>aktif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-</a:t>
            </a:r>
            <a:r>
              <a:rPr lang="en-US" b="1" dirty="0" err="1" smtClean="0"/>
              <a:t>Mengisi</a:t>
            </a:r>
            <a:r>
              <a:rPr lang="en-US" b="1" dirty="0" smtClean="0"/>
              <a:t> </a:t>
            </a:r>
            <a:r>
              <a:rPr lang="en-US" b="1" dirty="0" err="1" smtClean="0"/>
              <a:t>rekam</a:t>
            </a:r>
            <a:r>
              <a:rPr lang="en-US" b="1" dirty="0" smtClean="0"/>
              <a:t> </a:t>
            </a:r>
            <a:r>
              <a:rPr lang="en-US" b="1" dirty="0" err="1" smtClean="0"/>
              <a:t>medis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666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749704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efektif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ppa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036439"/>
              </p:ext>
            </p:extLst>
          </p:nvPr>
        </p:nvGraphicFramePr>
        <p:xfrm>
          <a:off x="323850" y="1334920"/>
          <a:ext cx="8496300" cy="5302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3" imgW="8496383" imgH="5239004" progId="Excel.Sheet.12">
                  <p:embed/>
                </p:oleObj>
              </mc:Choice>
              <mc:Fallback>
                <p:oleObj name="Worksheet" r:id="rId3" imgW="8496383" imgH="52390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" y="1334920"/>
                        <a:ext cx="8496300" cy="5302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118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Komunikasi</a:t>
            </a:r>
            <a:r>
              <a:rPr lang="en-US" dirty="0" smtClean="0"/>
              <a:t> </a:t>
            </a:r>
            <a:r>
              <a:rPr lang="en-US" dirty="0" err="1" smtClean="0"/>
              <a:t>efektif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pelayanan</a:t>
            </a:r>
            <a:r>
              <a:rPr lang="en-US" dirty="0" smtClean="0"/>
              <a:t> di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CPPT, </a:t>
            </a:r>
            <a:r>
              <a:rPr lang="en-US" dirty="0" err="1" smtClean="0"/>
              <a:t>Resep</a:t>
            </a:r>
            <a:r>
              <a:rPr lang="en-US" dirty="0" smtClean="0"/>
              <a:t>, </a:t>
            </a:r>
            <a:r>
              <a:rPr lang="en-US" dirty="0" err="1" smtClean="0"/>
              <a:t>buku</a:t>
            </a:r>
            <a:r>
              <a:rPr lang="en-US" dirty="0" smtClean="0"/>
              <a:t> </a:t>
            </a:r>
            <a:r>
              <a:rPr lang="en-US" dirty="0" err="1" smtClean="0"/>
              <a:t>pelaporan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kritis</a:t>
            </a:r>
            <a:r>
              <a:rPr lang="en-US" dirty="0" smtClean="0"/>
              <a:t>, </a:t>
            </a:r>
            <a:r>
              <a:rPr lang="en-US" dirty="0" err="1" smtClean="0"/>
              <a:t>pelaporan</a:t>
            </a:r>
            <a:r>
              <a:rPr lang="en-US" dirty="0" smtClean="0"/>
              <a:t> </a:t>
            </a:r>
            <a:r>
              <a:rPr lang="en-US" dirty="0" err="1" smtClean="0"/>
              <a:t>radiologi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err="1" smtClean="0">
                <a:sym typeface="Wingdings" panose="05000000000000000000" pitchFamily="2" charset="2"/>
              </a:rPr>
              <a:t>tulbakon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terhadap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instruksi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ang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diterima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secara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lisan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maupun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melaluia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telepon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atau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melaporkan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hasil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pemeriksaan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nilai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kritis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MIRMS : </a:t>
            </a:r>
            <a:r>
              <a:rPr lang="en-US" dirty="0" err="1" smtClean="0">
                <a:sym typeface="Wingdings" panose="05000000000000000000" pitchFamily="2" charset="2"/>
              </a:rPr>
              <a:t>buat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standar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singkatan</a:t>
            </a:r>
            <a:r>
              <a:rPr lang="en-US" dirty="0" smtClean="0">
                <a:sym typeface="Wingdings" panose="05000000000000000000" pitchFamily="2" charset="2"/>
              </a:rPr>
              <a:t>, </a:t>
            </a:r>
            <a:r>
              <a:rPr lang="en-US" dirty="0" err="1" smtClean="0">
                <a:sym typeface="Wingdings" panose="05000000000000000000" pitchFamily="2" charset="2"/>
              </a:rPr>
              <a:t>akronim</a:t>
            </a:r>
            <a:r>
              <a:rPr lang="en-US" dirty="0" smtClean="0">
                <a:sym typeface="Wingdings" panose="05000000000000000000" pitchFamily="2" charset="2"/>
              </a:rPr>
              <a:t>, symbol yang </a:t>
            </a:r>
            <a:r>
              <a:rPr lang="en-US" dirty="0" err="1" smtClean="0">
                <a:sym typeface="Wingdings" panose="05000000000000000000" pitchFamily="2" charset="2"/>
              </a:rPr>
              <a:t>berlaku</a:t>
            </a:r>
            <a:r>
              <a:rPr lang="en-US" dirty="0" smtClean="0">
                <a:sym typeface="Wingdings" panose="05000000000000000000" pitchFamily="2" charset="2"/>
              </a:rPr>
              <a:t> di RS  </a:t>
            </a:r>
            <a:r>
              <a:rPr lang="en-US" dirty="0" err="1" smtClean="0">
                <a:sym typeface="Wingdings" panose="05000000000000000000" pitchFamily="2" charset="2"/>
              </a:rPr>
              <a:t>dan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singkatan</a:t>
            </a:r>
            <a:r>
              <a:rPr lang="en-US" dirty="0" smtClean="0">
                <a:sym typeface="Wingdings" panose="05000000000000000000" pitchFamily="2" charset="2"/>
              </a:rPr>
              <a:t> yang </a:t>
            </a:r>
            <a:r>
              <a:rPr lang="en-US" dirty="0" err="1" smtClean="0">
                <a:sym typeface="Wingdings" panose="05000000000000000000" pitchFamily="2" charset="2"/>
              </a:rPr>
              <a:t>dilarang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err="1" smtClean="0">
                <a:sym typeface="Wingdings" panose="05000000000000000000" pitchFamily="2" charset="2"/>
              </a:rPr>
              <a:t>Buat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stadar</a:t>
            </a:r>
            <a:r>
              <a:rPr lang="en-US" dirty="0" smtClean="0">
                <a:sym typeface="Wingdings" panose="05000000000000000000" pitchFamily="2" charset="2"/>
              </a:rPr>
              <a:t> OVERAN </a:t>
            </a:r>
          </a:p>
          <a:p>
            <a:r>
              <a:rPr lang="en-US" dirty="0" err="1" smtClean="0">
                <a:sym typeface="Wingdings" panose="05000000000000000000" pitchFamily="2" charset="2"/>
              </a:rPr>
              <a:t>Pembuatan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Laporan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02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komunikasi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Verbal ( via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telp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/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Elektronik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 typeface="Courier New" panose="02070309020205020404" pitchFamily="49" charset="0"/>
              <a:buChar char="o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tertulis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84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METODE HAND OVER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Verbal handover</a:t>
            </a:r>
          </a:p>
          <a:p>
            <a:r>
              <a:rPr lang="en-US" dirty="0" smtClean="0"/>
              <a:t>Bedside handover</a:t>
            </a:r>
          </a:p>
          <a:p>
            <a:r>
              <a:rPr lang="en-US" dirty="0" smtClean="0"/>
              <a:t>Recorded hand over</a:t>
            </a:r>
          </a:p>
          <a:p>
            <a:r>
              <a:rPr lang="en-US" dirty="0" smtClean="0"/>
              <a:t>Written Handover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65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787236"/>
            <a:ext cx="7290055" cy="4522124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SKP 1 </a:t>
            </a:r>
          </a:p>
          <a:p>
            <a:pPr marL="0" indent="0">
              <a:buNone/>
            </a:pP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menetapkan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regulasi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menjamin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ketepatan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akurasi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identifikasi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Ada 2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dua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maksud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tujuan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memastikan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ketepatan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menyelaraskan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dibutuhkan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9702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9800"/>
            <a:ext cx="8229600" cy="5526364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SKP 2</a:t>
            </a:r>
          </a:p>
          <a:p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menetapkan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regulasi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melaksanakan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meningkatkan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efektivitas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verbal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telpon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profesional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pemberi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(PPA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verbal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telpon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aman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hal-hal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berikut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Pemesanaan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obat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permintaan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obat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verbal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sebaiknya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dihindari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keadaan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karena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tertulis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elektronik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mungkin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ditetapkan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panduannya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meliputi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permintaan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pemeriksaan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penerimaan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pemeriksaaan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keadaan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identifikasi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penetapan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pemeriksaaan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diagnostik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kepada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pemeriksaaan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dilaporkan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en-US" sz="24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8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4518"/>
            <a:ext cx="8229600" cy="5561646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Prosedur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perintah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lisan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lewat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telpon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meliputi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penulisan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lengkap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permintaan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pemeriksaaan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membaca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kembali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permintaan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pemeriksaaan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pengirim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memberi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konfirmasi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apa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ditulis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akurat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57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8005"/>
            <a:ext cx="8229600" cy="6031449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Serah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(hand over) di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profesional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pemberi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asuhan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(PPA)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keperawatan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klinis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PPA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PPA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pertukaran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sift(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shift);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sz="24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tingkat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jika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dipindah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sz="24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intensif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perawatan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darurat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kamar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sz="2400" dirty="0" smtClean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rawat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diagnostik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radiologi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terapi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fisik</a:t>
            </a:r>
            <a:endParaRPr lang="en-US" sz="24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04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 2.1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menetapkan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regulasi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pelaporan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pemeriksaaan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diagnostik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57250" lvl="1" indent="-457200" algn="just">
              <a:buClrTx/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menetapkan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melaporkan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siapa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harus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kritis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pemeriksaan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diagnostik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dicatat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rekam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medis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74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 2.2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menetapkan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melaksanakan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proses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Serah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” (hand over) 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Formulir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alat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ditetapkan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mendukung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serah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terima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(hand over)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bila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mungkin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melibatkan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61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967345"/>
            <a:ext cx="7290055" cy="4342015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MENINGKATNYA KEAMANAN OBAT YANG PERLU DIWASPADAI (HIGH ALERT MEDICATIONS)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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Standar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pemberian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perintah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lisan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/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lisan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lewat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telepon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: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isi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perintah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nama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lengkap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tangan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pemberi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perintah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nama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tangan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penerima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perintah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tanggal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jam 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tulis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lengkap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baca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ulang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Eja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untuk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NORUM/LASA,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konfirmasi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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Lisan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tangan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/>
              </a:rPr>
              <a:t>  TULBAKON/KONFIRMASI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59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 4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1828800"/>
            <a:ext cx="7290055" cy="44805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TERLAKSANANYA PROSES TEPAT-LOKASI, TEPAT-LOKASI, TEPAT-PROSEDUR, TEPAT-PASIEN YANG MENJALANI TINDAKAN DAN PROSEDUR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satu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tanda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ditempat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sayatan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pertama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invasif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segera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dikenali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kebijakan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prosedur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ditetapkan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Penandaan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dilokasivoperasi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invasif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oleh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medis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invasif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melibatkan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400" dirty="0"/>
              <a:t>.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ClrTx/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10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DIKURANGINYA RISIKO INFEKSI TERKAIT PELAYANAN KESEHATAN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Staf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cuci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tangan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prosedur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2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SKP 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MENGURANGI RISIKO CEDERA KARENA PASIEN JATUH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-342900" algn="just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melaksanakan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asesmen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terhadap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rawat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rawat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jalan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diagnosis,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lokasi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terindikasi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berisiko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jatuh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kebijakan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prosedur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1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6691"/>
            <a:ext cx="8229600" cy="5239472"/>
          </a:xfrm>
        </p:spPr>
        <p:txBody>
          <a:bodyPr/>
          <a:lstStyle/>
          <a:p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efektif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400050" lvl="1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Tingkat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kompleksitas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krn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di RS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melibatkan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banyak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orang,banyak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/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komunikasi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rumah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sakit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berakibat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57250" lvl="1" indent="-457200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tindakan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berakibat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kecacatan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pasien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meninggal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>
              <a:buClrTx/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mengakibatkan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konflik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berujung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gugatan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3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174</TotalTime>
  <Words>770</Words>
  <Application>Microsoft Office PowerPoint</Application>
  <PresentationFormat>On-screen Show (4:3)</PresentationFormat>
  <Paragraphs>81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Courier New</vt:lpstr>
      <vt:lpstr>Tw Cen MT</vt:lpstr>
      <vt:lpstr>Tw Cen MT Condensed</vt:lpstr>
      <vt:lpstr>Wingdings</vt:lpstr>
      <vt:lpstr>Wingdings 3</vt:lpstr>
      <vt:lpstr>Integral</vt:lpstr>
      <vt:lpstr>Microsoft Excel Worksheet</vt:lpstr>
      <vt:lpstr>Komunikasi Efektif Untuk Meningkatkan Keselamatan Pasien  Dalam SNARS 2018</vt:lpstr>
      <vt:lpstr>Komunikasi efektif adalah </vt:lpstr>
      <vt:lpstr>Kesalahan dalam komunikasi :</vt:lpstr>
      <vt:lpstr>Komunikasi efektif </vt:lpstr>
      <vt:lpstr>Komunikasi efektif antar ppa</vt:lpstr>
      <vt:lpstr>Komunikasi efektif dalam pelayanan di dalam rs</vt:lpstr>
      <vt:lpstr>Bentuk komunikasi</vt:lpstr>
      <vt:lpstr>METODE HAND OVER</vt:lpstr>
      <vt:lpstr>SKP</vt:lpstr>
      <vt:lpstr>PowerPoint Presentation</vt:lpstr>
      <vt:lpstr>PowerPoint Presentation</vt:lpstr>
      <vt:lpstr>PowerPoint Presentation</vt:lpstr>
      <vt:lpstr>SKP 2.1 </vt:lpstr>
      <vt:lpstr>SKP 2.2</vt:lpstr>
      <vt:lpstr>SKP 3</vt:lpstr>
      <vt:lpstr>SKP 4 </vt:lpstr>
      <vt:lpstr>SKP 5</vt:lpstr>
      <vt:lpstr>SKP 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Komunikasi efektif dalam SNARS 2018</dc:title>
  <dc:creator>JULIA INDRIATY</dc:creator>
  <cp:lastModifiedBy>Julia Indriaty</cp:lastModifiedBy>
  <cp:revision>18</cp:revision>
  <dcterms:created xsi:type="dcterms:W3CDTF">2019-04-23T13:05:05Z</dcterms:created>
  <dcterms:modified xsi:type="dcterms:W3CDTF">2019-04-24T01:39:24Z</dcterms:modified>
</cp:coreProperties>
</file>