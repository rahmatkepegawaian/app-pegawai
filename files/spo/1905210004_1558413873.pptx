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5"/>
  </p:handoutMasterIdLst>
  <p:sldIdLst>
    <p:sldId id="256" r:id="rId2"/>
    <p:sldId id="266" r:id="rId3"/>
    <p:sldId id="257" r:id="rId4"/>
    <p:sldId id="269" r:id="rId5"/>
    <p:sldId id="270" r:id="rId6"/>
    <p:sldId id="263" r:id="rId7"/>
    <p:sldId id="262" r:id="rId8"/>
    <p:sldId id="261" r:id="rId9"/>
    <p:sldId id="264" r:id="rId10"/>
    <p:sldId id="265" r:id="rId11"/>
    <p:sldId id="258" r:id="rId12"/>
    <p:sldId id="260" r:id="rId13"/>
    <p:sldId id="259" r:id="rId14"/>
  </p:sldIdLst>
  <p:sldSz cx="9144000" cy="6858000" type="screen4x3"/>
  <p:notesSz cx="9945688" cy="6858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9798" cy="3426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33588" y="0"/>
            <a:ext cx="4309798" cy="3426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A0B46-9C86-4380-8DE2-DEFD48226D28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4279"/>
            <a:ext cx="4309798" cy="3426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33588" y="6514279"/>
            <a:ext cx="4309798" cy="3426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4395E-13EB-40D8-851D-7080F54CBBB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0188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830E14AF-C3C7-45C5-8240-3A36BE4334C0}" type="datetimeFigureOut">
              <a:rPr lang="id-ID" smtClean="0"/>
              <a:t>25/04/2019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563A83-0717-4C5C-94E3-C519AA03218B}" type="slidenum">
              <a:rPr lang="id-ID" smtClean="0"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4048" y="4337276"/>
            <a:ext cx="3313355" cy="2520724"/>
          </a:xfrm>
        </p:spPr>
        <p:txBody>
          <a:bodyPr>
            <a:noAutofit/>
          </a:bodyPr>
          <a:lstStyle/>
          <a:p>
            <a:r>
              <a:rPr lang="id-ID" sz="4000" b="1" dirty="0" smtClean="0"/>
              <a:t>Komunikasi Efektif antar Karyawan</a:t>
            </a:r>
            <a:br>
              <a:rPr lang="id-ID" sz="4000" b="1" dirty="0" smtClean="0"/>
            </a:br>
            <a:r>
              <a:rPr lang="id-ID" sz="4000" b="1" dirty="0" smtClean="0"/>
              <a:t/>
            </a:r>
            <a:br>
              <a:rPr lang="id-ID" sz="4000" b="1" dirty="0" smtClean="0"/>
            </a:br>
            <a:r>
              <a:rPr lang="id-ID" sz="4000" b="1" dirty="0"/>
              <a:t/>
            </a:r>
            <a:br>
              <a:rPr lang="id-ID" sz="4000" b="1" dirty="0"/>
            </a:br>
            <a:r>
              <a:rPr lang="id-ID" sz="2000" b="1" i="1" dirty="0" smtClean="0"/>
              <a:t>Astian Octavia</a:t>
            </a:r>
            <a:endParaRPr lang="id-ID" sz="2000" b="1" i="1" dirty="0"/>
          </a:p>
        </p:txBody>
      </p:sp>
    </p:spTree>
    <p:extLst>
      <p:ext uri="{BB962C8B-B14F-4D97-AF65-F5344CB8AC3E}">
        <p14:creationId xmlns:p14="http://schemas.microsoft.com/office/powerpoint/2010/main" val="265818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980728"/>
            <a:ext cx="7776864" cy="1177200"/>
          </a:xfrm>
        </p:spPr>
        <p:txBody>
          <a:bodyPr>
            <a:noAutofit/>
          </a:bodyPr>
          <a:lstStyle/>
          <a:p>
            <a:r>
              <a:rPr lang="id-ID" sz="3600" b="1" dirty="0" smtClean="0"/>
              <a:t>Pentingnya komunikasi antar karyawan</a:t>
            </a:r>
            <a:endParaRPr lang="id-ID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492896"/>
            <a:ext cx="7920880" cy="3888432"/>
          </a:xfrm>
        </p:spPr>
        <p:txBody>
          <a:bodyPr>
            <a:normAutofit lnSpcReduction="10000"/>
          </a:bodyPr>
          <a:lstStyle/>
          <a:p>
            <a:r>
              <a:rPr lang="id-ID" dirty="0" smtClean="0"/>
              <a:t>Menigkatkan Team Building</a:t>
            </a:r>
          </a:p>
          <a:p>
            <a:r>
              <a:rPr lang="id-ID" dirty="0" smtClean="0"/>
              <a:t>Meningkatkan Produktifitas</a:t>
            </a:r>
          </a:p>
          <a:p>
            <a:r>
              <a:rPr lang="id-ID" dirty="0" smtClean="0"/>
              <a:t>Menghargai perbedaan dan toleransi</a:t>
            </a:r>
          </a:p>
          <a:p>
            <a:r>
              <a:rPr lang="id-ID" dirty="0" smtClean="0"/>
              <a:t>Mempermudah dalam penerapan aturan</a:t>
            </a:r>
          </a:p>
          <a:p>
            <a:r>
              <a:rPr lang="id-ID" dirty="0" smtClean="0"/>
              <a:t>Memudahkan memahami  karakter seseorang</a:t>
            </a:r>
          </a:p>
          <a:p>
            <a:r>
              <a:rPr lang="id-ID" dirty="0" smtClean="0"/>
              <a:t>Menyelesaikan suatu konflik</a:t>
            </a:r>
          </a:p>
          <a:p>
            <a:r>
              <a:rPr lang="id-ID" dirty="0" smtClean="0"/>
              <a:t>Mempermudah pengambilan keputusan</a:t>
            </a:r>
          </a:p>
          <a:p>
            <a:r>
              <a:rPr lang="id-ID" dirty="0" smtClean="0"/>
              <a:t>Merelisasikan tujuan dan target perusahaan</a:t>
            </a:r>
          </a:p>
          <a:p>
            <a:r>
              <a:rPr lang="id-ID" dirty="0" smtClean="0"/>
              <a:t>Meningkatkan motivasi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4793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/>
              <a:t>Ruang Lingkup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564904"/>
            <a:ext cx="6777317" cy="3267725"/>
          </a:xfrm>
        </p:spPr>
        <p:txBody>
          <a:bodyPr/>
          <a:lstStyle/>
          <a:p>
            <a:r>
              <a:rPr lang="id-ID" dirty="0"/>
              <a:t>komunikasi </a:t>
            </a:r>
            <a:r>
              <a:rPr lang="id-ID" dirty="0" smtClean="0"/>
              <a:t>vertikal antara pimpinan ke bawahan</a:t>
            </a:r>
          </a:p>
          <a:p>
            <a:r>
              <a:rPr lang="id-ID" dirty="0" smtClean="0"/>
              <a:t>Komunikasi vertikal antara bawahan ke pimpinan</a:t>
            </a:r>
          </a:p>
          <a:p>
            <a:r>
              <a:rPr lang="id-ID" dirty="0" smtClean="0"/>
              <a:t>Komunikasi horizontal antar pegawai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12343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268760"/>
            <a:ext cx="8604448" cy="745152"/>
          </a:xfrm>
        </p:spPr>
        <p:txBody>
          <a:bodyPr>
            <a:noAutofit/>
          </a:bodyPr>
          <a:lstStyle/>
          <a:p>
            <a:pPr marL="68580" indent="0"/>
            <a:r>
              <a:rPr lang="id-ID" sz="3200" b="1" dirty="0"/>
              <a:t>Kenali </a:t>
            </a:r>
            <a:r>
              <a:rPr lang="id-ID" sz="3200" b="1" dirty="0" smtClean="0"/>
              <a:t>Pimpinan </a:t>
            </a:r>
            <a:r>
              <a:rPr lang="id-ID" b="1" dirty="0" smtClean="0"/>
              <a:t>: </a:t>
            </a:r>
            <a:r>
              <a:rPr lang="id-ID" sz="3200" b="1" dirty="0" smtClean="0"/>
              <a:t>Gaya </a:t>
            </a:r>
            <a:r>
              <a:rPr lang="id-ID" sz="3200" b="1" dirty="0"/>
              <a:t>kepemimpinan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2204864"/>
            <a:ext cx="7704856" cy="3960440"/>
          </a:xfrm>
        </p:spPr>
        <p:txBody>
          <a:bodyPr>
            <a:normAutofit/>
          </a:bodyPr>
          <a:lstStyle/>
          <a:p>
            <a:pPr lvl="1"/>
            <a:r>
              <a:rPr lang="id-ID" sz="2800" dirty="0" smtClean="0"/>
              <a:t>Otokratis</a:t>
            </a:r>
          </a:p>
          <a:p>
            <a:pPr lvl="1"/>
            <a:r>
              <a:rPr lang="id-ID" sz="2800" dirty="0" smtClean="0"/>
              <a:t>Birokrasi</a:t>
            </a:r>
          </a:p>
          <a:p>
            <a:pPr lvl="1"/>
            <a:r>
              <a:rPr lang="id-ID" sz="2800" dirty="0" smtClean="0"/>
              <a:t>Partisipatif</a:t>
            </a:r>
          </a:p>
          <a:p>
            <a:pPr lvl="1"/>
            <a:r>
              <a:rPr lang="id-ID" sz="2800" dirty="0" smtClean="0"/>
              <a:t>Delegatif</a:t>
            </a:r>
          </a:p>
          <a:p>
            <a:pPr lvl="1"/>
            <a:r>
              <a:rPr lang="id-ID" sz="2800" dirty="0" smtClean="0"/>
              <a:t>Transformational</a:t>
            </a:r>
          </a:p>
          <a:p>
            <a:pPr lvl="1"/>
            <a:r>
              <a:rPr lang="id-ID" sz="2800" dirty="0" smtClean="0"/>
              <a:t>Karismatik</a:t>
            </a:r>
          </a:p>
          <a:p>
            <a:pPr lvl="1"/>
            <a:r>
              <a:rPr lang="id-ID" sz="2800" dirty="0" smtClean="0"/>
              <a:t>Situasional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177412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71800" y="2276872"/>
            <a:ext cx="18722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d-ID" dirty="0" smtClean="0"/>
          </a:p>
          <a:p>
            <a:pPr algn="ctr"/>
            <a:endParaRPr lang="id-ID" dirty="0" smtClean="0"/>
          </a:p>
          <a:p>
            <a:pPr algn="ctr"/>
            <a:r>
              <a:rPr lang="id-ID" b="1" dirty="0" smtClean="0"/>
              <a:t>Banteng</a:t>
            </a:r>
            <a:endParaRPr lang="id-ID" b="1" dirty="0"/>
          </a:p>
          <a:p>
            <a:endParaRPr lang="id-ID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644008" y="2281966"/>
            <a:ext cx="18722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d-ID" dirty="0" smtClean="0"/>
          </a:p>
          <a:p>
            <a:pPr algn="ctr"/>
            <a:endParaRPr lang="id-ID" dirty="0" smtClean="0"/>
          </a:p>
          <a:p>
            <a:pPr algn="ctr"/>
            <a:r>
              <a:rPr lang="id-ID" b="1" dirty="0" smtClean="0"/>
              <a:t>Bintang</a:t>
            </a:r>
            <a:endParaRPr lang="id-ID" b="1" dirty="0"/>
          </a:p>
          <a:p>
            <a:endParaRPr lang="id-ID" dirty="0"/>
          </a:p>
        </p:txBody>
      </p:sp>
      <p:sp>
        <p:nvSpPr>
          <p:cNvPr id="7" name="TextBox 6"/>
          <p:cNvSpPr txBox="1"/>
          <p:nvPr/>
        </p:nvSpPr>
        <p:spPr>
          <a:xfrm>
            <a:off x="2771800" y="3494833"/>
            <a:ext cx="18722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d-ID" dirty="0" smtClean="0"/>
          </a:p>
          <a:p>
            <a:pPr algn="ctr"/>
            <a:r>
              <a:rPr lang="id-ID" b="1" dirty="0" smtClean="0"/>
              <a:t>Kartu mati</a:t>
            </a:r>
          </a:p>
          <a:p>
            <a:pPr algn="ctr"/>
            <a:endParaRPr lang="id-ID" dirty="0"/>
          </a:p>
          <a:p>
            <a:endParaRPr lang="id-ID" dirty="0"/>
          </a:p>
        </p:txBody>
      </p:sp>
      <p:sp>
        <p:nvSpPr>
          <p:cNvPr id="8" name="TextBox 7"/>
          <p:cNvSpPr txBox="1"/>
          <p:nvPr/>
        </p:nvSpPr>
        <p:spPr>
          <a:xfrm>
            <a:off x="4644008" y="3499927"/>
            <a:ext cx="18722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d-ID" dirty="0" smtClean="0"/>
          </a:p>
          <a:p>
            <a:pPr algn="ctr"/>
            <a:r>
              <a:rPr lang="id-ID" b="1" dirty="0" smtClean="0"/>
              <a:t>Keledai</a:t>
            </a:r>
          </a:p>
          <a:p>
            <a:pPr algn="ctr"/>
            <a:endParaRPr lang="id-ID" dirty="0"/>
          </a:p>
          <a:p>
            <a:endParaRPr lang="id-ID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55576" y="980728"/>
            <a:ext cx="8100510" cy="817160"/>
          </a:xfrm>
        </p:spPr>
        <p:txBody>
          <a:bodyPr>
            <a:normAutofit fontScale="90000"/>
          </a:bodyPr>
          <a:lstStyle/>
          <a:p>
            <a:r>
              <a:rPr lang="id-ID" b="1" dirty="0"/>
              <a:t>Kenali bawahan  : </a:t>
            </a:r>
            <a:r>
              <a:rPr lang="id-ID" b="1" dirty="0" smtClean="0"/>
              <a:t>Tipe bawahan</a:t>
            </a:r>
            <a:endParaRPr lang="id-ID" b="1" dirty="0"/>
          </a:p>
        </p:txBody>
      </p:sp>
      <p:sp>
        <p:nvSpPr>
          <p:cNvPr id="12" name="Right Arrow 11"/>
          <p:cNvSpPr/>
          <p:nvPr/>
        </p:nvSpPr>
        <p:spPr>
          <a:xfrm>
            <a:off x="2771800" y="4941168"/>
            <a:ext cx="4176464" cy="8640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Kemampuan</a:t>
            </a:r>
            <a:endParaRPr lang="id-ID" dirty="0"/>
          </a:p>
        </p:txBody>
      </p:sp>
      <p:sp>
        <p:nvSpPr>
          <p:cNvPr id="13" name="Right Arrow 12"/>
          <p:cNvSpPr/>
          <p:nvPr/>
        </p:nvSpPr>
        <p:spPr>
          <a:xfrm rot="16200000">
            <a:off x="402866" y="2932274"/>
            <a:ext cx="2783424" cy="80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Kemauan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6435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027664"/>
            <a:ext cx="7920880" cy="745152"/>
          </a:xfrm>
        </p:spPr>
        <p:txBody>
          <a:bodyPr>
            <a:normAutofit fontScale="90000"/>
          </a:bodyPr>
          <a:lstStyle/>
          <a:p>
            <a:r>
              <a:rPr lang="id-ID" b="1" dirty="0" smtClean="0"/>
              <a:t>Komunikasi internal di Rumah Sakit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844824"/>
            <a:ext cx="7344816" cy="403244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id-ID" dirty="0" smtClean="0"/>
              <a:t> Penerimaan Karyawan baru, output :</a:t>
            </a:r>
          </a:p>
          <a:p>
            <a:pPr lvl="2">
              <a:buFont typeface="Wingdings" pitchFamily="2" charset="2"/>
              <a:buChar char="ü"/>
            </a:pPr>
            <a:r>
              <a:rPr lang="id-ID" dirty="0" smtClean="0"/>
              <a:t>Perjanjian Kerja Karyawan</a:t>
            </a:r>
          </a:p>
          <a:p>
            <a:pPr lvl="2">
              <a:buFont typeface="Wingdings" pitchFamily="2" charset="2"/>
              <a:buChar char="ü"/>
            </a:pPr>
            <a:r>
              <a:rPr lang="id-ID" dirty="0" smtClean="0"/>
              <a:t>Pelatihan Orientasi karyawan </a:t>
            </a:r>
          </a:p>
          <a:p>
            <a:pPr>
              <a:buFont typeface="Wingdings" pitchFamily="2" charset="2"/>
              <a:buChar char="q"/>
            </a:pPr>
            <a:r>
              <a:rPr lang="id-ID" dirty="0" smtClean="0"/>
              <a:t>Komunikasi dilingkup internal unit, output:</a:t>
            </a:r>
          </a:p>
          <a:p>
            <a:pPr lvl="2">
              <a:buFont typeface="Wingdings" pitchFamily="2" charset="2"/>
              <a:buChar char="q"/>
            </a:pPr>
            <a:r>
              <a:rPr lang="id-ID" dirty="0" smtClean="0"/>
              <a:t>Pertemuan di dalam unit kerja</a:t>
            </a:r>
          </a:p>
          <a:p>
            <a:pPr lvl="2">
              <a:buFont typeface="Wingdings" pitchFamily="2" charset="2"/>
              <a:buChar char="q"/>
            </a:pPr>
            <a:r>
              <a:rPr lang="id-ID" dirty="0" smtClean="0"/>
              <a:t>Ketentuan/standar Unit : Pedoman, Panduan, SOP, Alur, dst</a:t>
            </a:r>
          </a:p>
          <a:p>
            <a:pPr>
              <a:buFont typeface="Wingdings" pitchFamily="2" charset="2"/>
              <a:buChar char="q"/>
            </a:pPr>
            <a:r>
              <a:rPr lang="id-ID" dirty="0" smtClean="0"/>
              <a:t>Komunikasi antar unit, output :</a:t>
            </a:r>
          </a:p>
          <a:p>
            <a:pPr lvl="2">
              <a:buFont typeface="Wingdings" pitchFamily="2" charset="2"/>
              <a:buChar char="q"/>
            </a:pPr>
            <a:r>
              <a:rPr lang="id-ID" dirty="0" smtClean="0"/>
              <a:t>Pertemuan antar lintas unit kerja</a:t>
            </a:r>
          </a:p>
          <a:p>
            <a:pPr lvl="2">
              <a:buFont typeface="Wingdings" pitchFamily="2" charset="2"/>
              <a:buChar char="q"/>
            </a:pPr>
            <a:r>
              <a:rPr lang="id-ID" dirty="0"/>
              <a:t>Ketentuan/standar Unit : Pedoman, Panduan, SOP, Alur, dst</a:t>
            </a:r>
          </a:p>
          <a:p>
            <a:pPr lvl="2">
              <a:buFont typeface="Wingdings" pitchFamily="2" charset="2"/>
              <a:buChar char="q"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5621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027664"/>
            <a:ext cx="7920880" cy="745152"/>
          </a:xfrm>
        </p:spPr>
        <p:txBody>
          <a:bodyPr>
            <a:normAutofit/>
          </a:bodyPr>
          <a:lstStyle/>
          <a:p>
            <a:r>
              <a:rPr lang="id-ID" b="1" dirty="0" smtClean="0"/>
              <a:t>Penerimaan Karyawan baru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844824"/>
            <a:ext cx="7344816" cy="4032448"/>
          </a:xfrm>
        </p:spPr>
        <p:txBody>
          <a:bodyPr/>
          <a:lstStyle/>
          <a:p>
            <a:r>
              <a:rPr lang="id-ID" dirty="0" smtClean="0"/>
              <a:t> Karyawan mengetahui status kepegawaiannya</a:t>
            </a:r>
          </a:p>
          <a:p>
            <a:r>
              <a:rPr lang="id-ID" dirty="0" smtClean="0"/>
              <a:t>Karyawan mengerti hak dan kewajibannya</a:t>
            </a:r>
          </a:p>
          <a:p>
            <a:r>
              <a:rPr lang="id-ID" dirty="0" smtClean="0"/>
              <a:t>Karyawan paham organisasi lingkungan kerjanya</a:t>
            </a:r>
          </a:p>
          <a:p>
            <a:r>
              <a:rPr lang="id-ID" dirty="0" smtClean="0"/>
              <a:t>Karyawan mengetahui ttg produk RS</a:t>
            </a:r>
          </a:p>
          <a:p>
            <a:r>
              <a:rPr lang="id-ID" dirty="0" smtClean="0"/>
              <a:t>Karyawan mengetahui lingkungan kerja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5621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027664"/>
            <a:ext cx="7776864" cy="673144"/>
          </a:xfrm>
        </p:spPr>
        <p:txBody>
          <a:bodyPr>
            <a:normAutofit fontScale="90000"/>
          </a:bodyPr>
          <a:lstStyle/>
          <a:p>
            <a:r>
              <a:rPr lang="id-ID" b="1" dirty="0" smtClean="0"/>
              <a:t>Komunikasi di lingkup internal unit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323652"/>
            <a:ext cx="7704856" cy="3508977"/>
          </a:xfrm>
        </p:spPr>
        <p:txBody>
          <a:bodyPr/>
          <a:lstStyle/>
          <a:p>
            <a:r>
              <a:rPr lang="id-ID" dirty="0" smtClean="0"/>
              <a:t>Pertemuan rutin berkala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Sosialisasi kebijakan baru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Masalah-masalah yg timbul di lingkup unit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Isu-isu terkini dilingkup kerja</a:t>
            </a:r>
          </a:p>
          <a:p>
            <a:pPr marL="68580" indent="0">
              <a:buNone/>
            </a:pPr>
            <a:endParaRPr lang="id-ID" dirty="0" smtClean="0"/>
          </a:p>
          <a:p>
            <a:r>
              <a:rPr lang="id-ID" dirty="0" smtClean="0"/>
              <a:t>Rapat/pertemuan Kordinasi dalam unit 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Membahas masalah yang harus cepat selesai.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4710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027664"/>
            <a:ext cx="7776864" cy="673144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Komunikasi di lingkup antar unit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132856"/>
            <a:ext cx="7704856" cy="3508977"/>
          </a:xfrm>
        </p:spPr>
        <p:txBody>
          <a:bodyPr>
            <a:normAutofit lnSpcReduction="10000"/>
          </a:bodyPr>
          <a:lstStyle/>
          <a:p>
            <a:r>
              <a:rPr lang="id-ID" dirty="0" smtClean="0"/>
              <a:t>Pertemuan/rapat rutin berkala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Sosialisasi kebijakan baru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Masalah-masalah yg timbul di lingkup unit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Isu-isu terkini dilingkup kerja</a:t>
            </a:r>
          </a:p>
          <a:p>
            <a:pPr marL="685800" lvl="2" indent="0">
              <a:buNone/>
            </a:pPr>
            <a:r>
              <a:rPr lang="id-ID" dirty="0" smtClean="0"/>
              <a:t>Apel Pagi, Morning Report, Reboan, Rapat Manajemen, Rapat Cashflow</a:t>
            </a:r>
          </a:p>
          <a:p>
            <a:pPr marL="68580" indent="0">
              <a:buNone/>
            </a:pPr>
            <a:endParaRPr lang="id-ID" dirty="0" smtClean="0"/>
          </a:p>
          <a:p>
            <a:r>
              <a:rPr lang="id-ID" dirty="0" smtClean="0"/>
              <a:t>Rapat/pertemuan Kordinasi lintas unit </a:t>
            </a:r>
          </a:p>
          <a:p>
            <a:pPr lvl="2">
              <a:buFont typeface="Wingdings" pitchFamily="2" charset="2"/>
              <a:buChar char="§"/>
            </a:pPr>
            <a:r>
              <a:rPr lang="id-ID" dirty="0" smtClean="0"/>
              <a:t>Membahas masalah yang harus cepat dikordinasikan atau di follow up.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2743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Pertemuan/rapat rutin yang dipimpin oleh kepala/pimpinan RS</a:t>
            </a:r>
          </a:p>
          <a:p>
            <a:r>
              <a:rPr lang="id-ID" dirty="0"/>
              <a:t>Pertemuan/rapat rutin </a:t>
            </a:r>
            <a:r>
              <a:rPr lang="id-ID" dirty="0" smtClean="0"/>
              <a:t>pelayanan</a:t>
            </a:r>
          </a:p>
          <a:p>
            <a:r>
              <a:rPr lang="id-ID" dirty="0"/>
              <a:t>Pertemuan/rapat rutin </a:t>
            </a:r>
            <a:r>
              <a:rPr lang="id-ID" dirty="0" smtClean="0"/>
              <a:t>non pelayanan</a:t>
            </a:r>
          </a:p>
          <a:p>
            <a:r>
              <a:rPr lang="id-ID" dirty="0" smtClean="0"/>
              <a:t>Pertemuan/rapat </a:t>
            </a:r>
            <a:r>
              <a:rPr lang="id-ID" dirty="0"/>
              <a:t>rutin </a:t>
            </a:r>
            <a:r>
              <a:rPr lang="id-ID" dirty="0" smtClean="0"/>
              <a:t>internal unit</a:t>
            </a:r>
          </a:p>
          <a:p>
            <a:r>
              <a:rPr lang="id-ID" dirty="0"/>
              <a:t>Pertemuan/rapat </a:t>
            </a:r>
            <a:r>
              <a:rPr lang="id-ID" dirty="0" smtClean="0"/>
              <a:t>kordinasi untuk isu-isu atau permasalah terkini.</a:t>
            </a:r>
            <a:endParaRPr lang="id-ID" dirty="0"/>
          </a:p>
          <a:p>
            <a:endParaRPr lang="id-ID" dirty="0"/>
          </a:p>
          <a:p>
            <a:endParaRPr lang="id-ID" dirty="0"/>
          </a:p>
          <a:p>
            <a:endParaRPr lang="id-ID" dirty="0" smtClean="0"/>
          </a:p>
          <a:p>
            <a:endParaRPr lang="id-ID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7776864" cy="673144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Pertemuan/rapat yg penting diadakan di RS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2759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908720"/>
            <a:ext cx="7776864" cy="889168"/>
          </a:xfrm>
        </p:spPr>
        <p:txBody>
          <a:bodyPr>
            <a:noAutofit/>
          </a:bodyPr>
          <a:lstStyle/>
          <a:p>
            <a:r>
              <a:rPr lang="id-ID" sz="3200" b="1" dirty="0"/>
              <a:t>A</a:t>
            </a:r>
            <a:r>
              <a:rPr lang="id-ID" sz="3200" b="1" dirty="0" smtClean="0"/>
              <a:t>kibat </a:t>
            </a:r>
            <a:r>
              <a:rPr lang="id-ID" sz="3200" b="1" dirty="0"/>
              <a:t>komunikasi yang kurang </a:t>
            </a:r>
            <a:r>
              <a:rPr lang="id-ID" sz="3200" b="1" dirty="0" smtClean="0"/>
              <a:t>baik :</a:t>
            </a:r>
            <a:endParaRPr lang="id-ID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2323652"/>
            <a:ext cx="7992888" cy="3508977"/>
          </a:xfrm>
        </p:spPr>
        <p:txBody>
          <a:bodyPr>
            <a:normAutofit/>
          </a:bodyPr>
          <a:lstStyle/>
          <a:p>
            <a:r>
              <a:rPr lang="id-ID" sz="2600" dirty="0" smtClean="0"/>
              <a:t> Menimbulkan Kesalahpahaman</a:t>
            </a:r>
          </a:p>
          <a:p>
            <a:pPr lvl="0"/>
            <a:r>
              <a:rPr lang="id-ID" sz="2600" dirty="0" smtClean="0"/>
              <a:t> Menimbulkan </a:t>
            </a:r>
            <a:r>
              <a:rPr lang="id-ID" sz="2600" dirty="0"/>
              <a:t>Kesalahan Informasi</a:t>
            </a:r>
          </a:p>
          <a:p>
            <a:pPr lvl="0"/>
            <a:r>
              <a:rPr lang="id-ID" sz="2600" dirty="0" smtClean="0"/>
              <a:t> Memberikan </a:t>
            </a:r>
            <a:r>
              <a:rPr lang="id-ID" sz="2600" dirty="0"/>
              <a:t>Kesan yang Negatif</a:t>
            </a:r>
          </a:p>
          <a:p>
            <a:pPr lvl="0"/>
            <a:r>
              <a:rPr lang="id-ID" sz="2600" dirty="0" smtClean="0"/>
              <a:t> Memicu </a:t>
            </a:r>
            <a:r>
              <a:rPr lang="id-ID" sz="2600" dirty="0"/>
              <a:t>Konflik / Perselisihan</a:t>
            </a:r>
          </a:p>
          <a:p>
            <a:pPr lvl="0"/>
            <a:r>
              <a:rPr lang="id-ID" sz="2600" dirty="0" smtClean="0"/>
              <a:t> Merenggangkan </a:t>
            </a:r>
            <a:r>
              <a:rPr lang="id-ID" sz="2600" dirty="0"/>
              <a:t>Hubungan Sosial</a:t>
            </a:r>
          </a:p>
          <a:p>
            <a:pPr lvl="0"/>
            <a:r>
              <a:rPr lang="id-ID" sz="2600" dirty="0" smtClean="0"/>
              <a:t> Memicu </a:t>
            </a:r>
            <a:r>
              <a:rPr lang="id-ID" sz="2600" dirty="0"/>
              <a:t>Timbulnya </a:t>
            </a:r>
            <a:r>
              <a:rPr lang="id-ID" sz="2600" dirty="0" smtClean="0"/>
              <a:t> Konflik </a:t>
            </a:r>
            <a:r>
              <a:rPr lang="id-ID" sz="2600" dirty="0"/>
              <a:t>Berkepanjangan</a:t>
            </a:r>
          </a:p>
          <a:p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135687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556792"/>
            <a:ext cx="8208912" cy="745152"/>
          </a:xfrm>
        </p:spPr>
        <p:txBody>
          <a:bodyPr>
            <a:noAutofit/>
          </a:bodyPr>
          <a:lstStyle/>
          <a:p>
            <a:pPr marL="68580" indent="0"/>
            <a:r>
              <a:rPr lang="id-ID" sz="2800" b="1" dirty="0"/>
              <a:t>5 Cara Sederhana Untuk Meningkatkan Keterampilan Berkomunikasi di Tempat Kerja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2708920"/>
            <a:ext cx="7344816" cy="3168352"/>
          </a:xfrm>
        </p:spPr>
        <p:txBody>
          <a:bodyPr/>
          <a:lstStyle/>
          <a:p>
            <a:r>
              <a:rPr lang="id-ID" b="1" dirty="0" smtClean="0"/>
              <a:t>Perhatikan </a:t>
            </a:r>
            <a:r>
              <a:rPr lang="id-ID" b="1" dirty="0"/>
              <a:t>Bahasa Tubuh </a:t>
            </a:r>
            <a:r>
              <a:rPr lang="id-ID" b="1" dirty="0" smtClean="0"/>
              <a:t>Anda</a:t>
            </a:r>
          </a:p>
          <a:p>
            <a:r>
              <a:rPr lang="id-ID" b="1" dirty="0"/>
              <a:t>Nada Bicara Harus Diperhatikan</a:t>
            </a:r>
          </a:p>
          <a:p>
            <a:r>
              <a:rPr lang="id-ID" b="1" dirty="0" smtClean="0"/>
              <a:t>Memperhatikan lawan bicara</a:t>
            </a:r>
          </a:p>
          <a:p>
            <a:r>
              <a:rPr lang="id-ID" b="1" dirty="0" smtClean="0"/>
              <a:t>Jadilah </a:t>
            </a:r>
            <a:r>
              <a:rPr lang="id-ID" b="1" dirty="0"/>
              <a:t>Pendengar yang </a:t>
            </a:r>
            <a:r>
              <a:rPr lang="id-ID" b="1" dirty="0" smtClean="0"/>
              <a:t>Baik</a:t>
            </a:r>
            <a:endParaRPr lang="id-ID" b="1" dirty="0"/>
          </a:p>
          <a:p>
            <a:r>
              <a:rPr lang="id-ID" b="1" dirty="0"/>
              <a:t>Jangan Sampai Gangguan Menghalangi Komunikasi </a:t>
            </a:r>
            <a:r>
              <a:rPr lang="id-ID" b="1" dirty="0" smtClean="0"/>
              <a:t>Anda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51844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2924944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id-ID" b="1" dirty="0" smtClean="0"/>
              <a:t>Sekian</a:t>
            </a:r>
            <a:br>
              <a:rPr lang="id-ID" b="1" dirty="0" smtClean="0"/>
            </a:br>
            <a:r>
              <a:rPr lang="id-ID" b="1" dirty="0" smtClean="0"/>
              <a:t>Terima Kasih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370257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370</TotalTime>
  <Words>349</Words>
  <Application>Microsoft Office PowerPoint</Application>
  <PresentationFormat>On-screen Show (4:3)</PresentationFormat>
  <Paragraphs>91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Austin</vt:lpstr>
      <vt:lpstr>Komunikasi Efektif antar Karyawan   Astian Octavia</vt:lpstr>
      <vt:lpstr>Pentingnya komunikasi antar karyawan</vt:lpstr>
      <vt:lpstr>Ruang Lingkup</vt:lpstr>
      <vt:lpstr>Kenali Pimpinan : Gaya kepemimpinan</vt:lpstr>
      <vt:lpstr>Kenali bawahan  : Tipe bawahan</vt:lpstr>
      <vt:lpstr>Komunikasi internal di Rumah Sakit</vt:lpstr>
      <vt:lpstr>Penerimaan Karyawan baru</vt:lpstr>
      <vt:lpstr>Komunikasi di lingkup internal unit</vt:lpstr>
      <vt:lpstr>Komunikasi di lingkup antar unit</vt:lpstr>
      <vt:lpstr>Pertemuan/rapat yg penting diadakan di RS</vt:lpstr>
      <vt:lpstr>Akibat komunikasi yang kurang baik :</vt:lpstr>
      <vt:lpstr>5 Cara Sederhana Untuk Meningkatkan Keterampilan Berkomunikasi di Tempat Kerja</vt:lpstr>
      <vt:lpstr>Sekian 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Komunikasi Efektif antar Karyawan</dc:title>
  <dc:creator>Q</dc:creator>
  <cp:lastModifiedBy>Fitri</cp:lastModifiedBy>
  <cp:revision>21</cp:revision>
  <cp:lastPrinted>2019-04-23T09:27:08Z</cp:lastPrinted>
  <dcterms:created xsi:type="dcterms:W3CDTF">2019-04-23T06:26:22Z</dcterms:created>
  <dcterms:modified xsi:type="dcterms:W3CDTF">2019-04-25T03:36:19Z</dcterms:modified>
</cp:coreProperties>
</file>