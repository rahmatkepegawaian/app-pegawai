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6" r:id="rId1"/>
  </p:sldMasterIdLst>
  <p:sldIdLst>
    <p:sldId id="268" r:id="rId2"/>
    <p:sldId id="264" r:id="rId3"/>
    <p:sldId id="265" r:id="rId4"/>
    <p:sldId id="269" r:id="rId5"/>
    <p:sldId id="266" r:id="rId6"/>
    <p:sldId id="26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44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7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CED3E41-E2DE-48B7-AD25-2C05D8372D60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88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02C6-8B37-41F0-B3E4-774551D1C22F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8D1B-BB73-41B2-8202-C6678B761557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21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11E46-B9AD-4605-BA48-F4BA770367EA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2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4492-1D66-40E5-BF5F-8AE5B76A3760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4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0655-FBEF-4656-A8A9-E7D9EB4F4DEC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7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2BA2-D035-44CD-B6C5-345CD46C68A9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08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44D9-E8EB-4DFC-9BAC-8FC5CFB1A919}" type="datetime4">
              <a:rPr lang="en-US" smtClean="0"/>
              <a:pPr/>
              <a:t>April 24, 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4904-8048-429B-BF77-F17DA8F8287B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60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19237-00E8-48F5-9A77-8496B8A0E541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0992-D05B-4846-8E6E-CA034CB4F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63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19237-00E8-48F5-9A77-8496B8A0E541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0992-D05B-4846-8E6E-CA034CB4F16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41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441D7B3-F7C5-4013-AC5D-399DD8DB11FA}" type="datetime4">
              <a:rPr lang="en-US" smtClean="0"/>
              <a:pPr/>
              <a:t>April 24,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744759D-0EFF-4FB2-9CCE-04E00944F0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1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Overview </a:t>
            </a:r>
            <a:r>
              <a:rPr lang="en-US" dirty="0" err="1"/>
              <a:t>K</a:t>
            </a:r>
            <a:r>
              <a:rPr lang="en-US" dirty="0" err="1" smtClean="0"/>
              <a:t>omunikasi</a:t>
            </a:r>
            <a:r>
              <a:rPr lang="en-US" dirty="0" smtClean="0"/>
              <a:t> </a:t>
            </a:r>
            <a:r>
              <a:rPr lang="en-US" dirty="0" err="1"/>
              <a:t>E</a:t>
            </a:r>
            <a:r>
              <a:rPr lang="en-US" dirty="0" err="1" smtClean="0"/>
              <a:t>fektif</a:t>
            </a:r>
            <a:r>
              <a:rPr lang="en-US" dirty="0" smtClean="0"/>
              <a:t> </a:t>
            </a:r>
            <a:r>
              <a:rPr lang="en-US" dirty="0" err="1"/>
              <a:t>D</a:t>
            </a:r>
            <a:r>
              <a:rPr lang="en-US" dirty="0" err="1" smtClean="0"/>
              <a:t>alam</a:t>
            </a:r>
            <a:r>
              <a:rPr lang="en-US" dirty="0" smtClean="0"/>
              <a:t> SNARS 2018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JULIA INDRIATY,SKM,MARS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75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Komunikasi</a:t>
            </a:r>
            <a:r>
              <a:rPr lang="en-US" dirty="0" smtClean="0"/>
              <a:t> </a:t>
            </a:r>
            <a:r>
              <a:rPr lang="en-US" dirty="0" err="1" smtClean="0"/>
              <a:t>efektif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elemen</a:t>
            </a:r>
            <a:r>
              <a:rPr lang="en-US" dirty="0" smtClean="0"/>
              <a:t> SNARS 2018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Sasaran</a:t>
            </a:r>
            <a:r>
              <a:rPr lang="en-US" dirty="0" smtClean="0"/>
              <a:t> </a:t>
            </a:r>
            <a:r>
              <a:rPr lang="en-US" dirty="0" err="1" smtClean="0"/>
              <a:t>Keselamatan</a:t>
            </a:r>
            <a:r>
              <a:rPr lang="en-US" dirty="0" smtClean="0"/>
              <a:t> </a:t>
            </a:r>
            <a:r>
              <a:rPr lang="en-US" dirty="0" err="1" smtClean="0"/>
              <a:t>Pasien</a:t>
            </a:r>
            <a:r>
              <a:rPr lang="en-US" dirty="0" smtClean="0"/>
              <a:t> SKP 1-6</a:t>
            </a:r>
          </a:p>
          <a:p>
            <a:r>
              <a:rPr lang="en-US" dirty="0" err="1" smtClean="0"/>
              <a:t>Akses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rumah</a:t>
            </a:r>
            <a:r>
              <a:rPr lang="en-US" dirty="0" smtClean="0"/>
              <a:t> </a:t>
            </a:r>
            <a:r>
              <a:rPr lang="en-US" dirty="0" err="1" smtClean="0"/>
              <a:t>sakit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kontuinitas</a:t>
            </a:r>
            <a:r>
              <a:rPr lang="en-US" dirty="0" smtClean="0"/>
              <a:t> </a:t>
            </a:r>
            <a:r>
              <a:rPr lang="en-US" dirty="0" err="1" smtClean="0"/>
              <a:t>pelayanan</a:t>
            </a:r>
            <a:r>
              <a:rPr lang="en-US" dirty="0" smtClean="0"/>
              <a:t> ( ARK )</a:t>
            </a:r>
          </a:p>
          <a:p>
            <a:pPr marL="342900" indent="-342900">
              <a:buFont typeface="Wingdings" charset="0"/>
              <a:buChar char="à"/>
            </a:pPr>
            <a:r>
              <a:rPr lang="en-US" dirty="0" err="1" smtClean="0">
                <a:sym typeface="Wingdings"/>
              </a:rPr>
              <a:t>Skrining,Triase</a:t>
            </a:r>
            <a:r>
              <a:rPr lang="en-US" dirty="0" smtClean="0">
                <a:sym typeface="Wingdings"/>
              </a:rPr>
              <a:t>, transfer, handover, delay </a:t>
            </a:r>
            <a:r>
              <a:rPr lang="en-US" dirty="0" err="1" smtClean="0">
                <a:sym typeface="Wingdings"/>
              </a:rPr>
              <a:t>pelayanan,rencana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pulang</a:t>
            </a:r>
            <a:r>
              <a:rPr lang="en-US" dirty="0" smtClean="0">
                <a:sym typeface="Wingdings"/>
              </a:rPr>
              <a:t>, </a:t>
            </a:r>
            <a:r>
              <a:rPr lang="en-US" dirty="0" err="1" smtClean="0">
                <a:sym typeface="Wingdings"/>
              </a:rPr>
              <a:t>pendaftaran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rawat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jalan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dan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rawat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inap</a:t>
            </a:r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( </a:t>
            </a:r>
            <a:r>
              <a:rPr lang="en-US" dirty="0" err="1" smtClean="0">
                <a:sym typeface="Wingdings"/>
              </a:rPr>
              <a:t>penjelasan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hak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dan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kewajiban</a:t>
            </a:r>
            <a:r>
              <a:rPr lang="en-US" dirty="0" smtClean="0">
                <a:sym typeface="Wingdings"/>
              </a:rPr>
              <a:t>, </a:t>
            </a:r>
            <a:r>
              <a:rPr lang="en-US" dirty="0" err="1" smtClean="0">
                <a:sym typeface="Wingdings"/>
              </a:rPr>
              <a:t>tata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tertib</a:t>
            </a:r>
            <a:r>
              <a:rPr lang="en-US" dirty="0" smtClean="0">
                <a:sym typeface="Wingdings"/>
              </a:rPr>
              <a:t>, </a:t>
            </a:r>
            <a:r>
              <a:rPr lang="en-US" dirty="0" err="1" smtClean="0">
                <a:sym typeface="Wingdings"/>
              </a:rPr>
              <a:t>pemuka</a:t>
            </a:r>
            <a:r>
              <a:rPr lang="en-US" dirty="0" smtClean="0">
                <a:sym typeface="Wingdings"/>
              </a:rPr>
              <a:t> agama, </a:t>
            </a:r>
            <a:r>
              <a:rPr lang="en-US" dirty="0" err="1" smtClean="0">
                <a:sym typeface="Wingdings"/>
              </a:rPr>
              <a:t>kartu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tunggu</a:t>
            </a:r>
            <a:r>
              <a:rPr lang="en-US" dirty="0" smtClean="0">
                <a:sym typeface="Wingdings"/>
              </a:rPr>
              <a:t>, </a:t>
            </a:r>
            <a:r>
              <a:rPr lang="en-US" dirty="0" err="1" smtClean="0">
                <a:sym typeface="Wingdings"/>
              </a:rPr>
              <a:t>biaya</a:t>
            </a:r>
            <a:r>
              <a:rPr lang="en-US" dirty="0" smtClean="0">
                <a:sym typeface="Wingdings"/>
              </a:rPr>
              <a:t>, DPJP, </a:t>
            </a:r>
            <a:r>
              <a:rPr lang="en-US" dirty="0" err="1" smtClean="0">
                <a:sym typeface="Wingdings"/>
              </a:rPr>
              <a:t>dll</a:t>
            </a:r>
            <a:r>
              <a:rPr lang="en-US" dirty="0" smtClean="0">
                <a:sym typeface="Wingdings"/>
              </a:rPr>
              <a:t>), </a:t>
            </a:r>
            <a:r>
              <a:rPr lang="en-US" dirty="0" err="1" smtClean="0">
                <a:sym typeface="Wingdings"/>
              </a:rPr>
              <a:t>rencana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pulang</a:t>
            </a:r>
            <a:r>
              <a:rPr lang="en-US" dirty="0" smtClean="0">
                <a:sym typeface="Wingdings"/>
              </a:rPr>
              <a:t>, </a:t>
            </a:r>
            <a:r>
              <a:rPr lang="en-US" dirty="0" err="1" smtClean="0">
                <a:sym typeface="Wingdings"/>
              </a:rPr>
              <a:t>rujuk</a:t>
            </a:r>
            <a:r>
              <a:rPr lang="en-US" dirty="0" smtClean="0">
                <a:sym typeface="Wingdings"/>
              </a:rPr>
              <a:t>  </a:t>
            </a:r>
            <a:r>
              <a:rPr lang="en-US" dirty="0" err="1" smtClean="0">
                <a:sym typeface="Wingdings"/>
              </a:rPr>
              <a:t>memerlukan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komunikasi</a:t>
            </a:r>
            <a:endParaRPr lang="en-US" dirty="0" smtClean="0">
              <a:sym typeface="Wingdings"/>
            </a:endParaRPr>
          </a:p>
          <a:p>
            <a:pPr marL="342900" indent="-342900">
              <a:buFont typeface="Wingdings" charset="0"/>
              <a:buChar char="à"/>
            </a:pPr>
            <a:r>
              <a:rPr lang="en-US" dirty="0" err="1" smtClean="0">
                <a:sym typeface="Wingdings"/>
              </a:rPr>
              <a:t>Komunikasi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tertulis</a:t>
            </a:r>
            <a:r>
              <a:rPr lang="en-US" dirty="0" smtClean="0">
                <a:sym typeface="Wingdings"/>
              </a:rPr>
              <a:t>  </a:t>
            </a:r>
            <a:r>
              <a:rPr lang="en-US" dirty="0" err="1" smtClean="0">
                <a:sym typeface="Wingdings"/>
              </a:rPr>
              <a:t>Alur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pasien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tertempel</a:t>
            </a:r>
            <a:r>
              <a:rPr lang="en-US" dirty="0" smtClean="0">
                <a:sym typeface="Wingdings"/>
              </a:rPr>
              <a:t> di </a:t>
            </a:r>
            <a:r>
              <a:rPr lang="en-US" dirty="0" err="1" smtClean="0">
                <a:sym typeface="Wingdings"/>
              </a:rPr>
              <a:t>dekat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pendaftaran</a:t>
            </a:r>
            <a:r>
              <a:rPr lang="en-US" dirty="0" smtClean="0">
                <a:sym typeface="Wingdings"/>
              </a:rPr>
              <a:t>/TV</a:t>
            </a:r>
          </a:p>
          <a:p>
            <a:pPr marL="342900" indent="-342900">
              <a:buFont typeface="Wingdings" charset="0"/>
              <a:buChar char="à"/>
            </a:pPr>
            <a:r>
              <a:rPr lang="en-US" dirty="0" smtClean="0"/>
              <a:t>MPP / case manager</a:t>
            </a:r>
          </a:p>
          <a:p>
            <a:pPr marL="342900" indent="-342900">
              <a:buFont typeface="Wingdings" charset="0"/>
              <a:buChar char="à"/>
            </a:pPr>
            <a:r>
              <a:rPr lang="en-US" dirty="0" smtClean="0"/>
              <a:t>Resume </a:t>
            </a:r>
            <a:r>
              <a:rPr lang="en-US" dirty="0" err="1" smtClean="0"/>
              <a:t>medis</a:t>
            </a:r>
            <a:r>
              <a:rPr lang="en-US" dirty="0" smtClean="0"/>
              <a:t> ( </a:t>
            </a:r>
            <a:r>
              <a:rPr lang="en-US" dirty="0" err="1" smtClean="0"/>
              <a:t>komunikasi</a:t>
            </a:r>
            <a:r>
              <a:rPr lang="en-US" dirty="0" smtClean="0"/>
              <a:t>  </a:t>
            </a:r>
            <a:r>
              <a:rPr lang="en-US" dirty="0" err="1" smtClean="0"/>
              <a:t>antar</a:t>
            </a:r>
            <a:r>
              <a:rPr lang="en-US" dirty="0" smtClean="0"/>
              <a:t> </a:t>
            </a:r>
            <a:r>
              <a:rPr lang="en-US" dirty="0" err="1" smtClean="0"/>
              <a:t>medis</a:t>
            </a:r>
            <a:r>
              <a:rPr lang="en-US" dirty="0" smtClean="0"/>
              <a:t> </a:t>
            </a:r>
            <a:r>
              <a:rPr lang="en-US" dirty="0" err="1" smtClean="0"/>
              <a:t>antar</a:t>
            </a:r>
            <a:r>
              <a:rPr lang="en-US" dirty="0" smtClean="0"/>
              <a:t> </a:t>
            </a:r>
            <a:r>
              <a:rPr lang="en-US" dirty="0" err="1" smtClean="0"/>
              <a:t>rumah</a:t>
            </a:r>
            <a:r>
              <a:rPr lang="en-US" dirty="0" smtClean="0"/>
              <a:t> </a:t>
            </a:r>
            <a:r>
              <a:rPr lang="en-US" dirty="0" err="1" smtClean="0"/>
              <a:t>sakit</a:t>
            </a:r>
            <a:r>
              <a:rPr lang="en-US" dirty="0" smtClean="0"/>
              <a:t>)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boleh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singkatan</a:t>
            </a:r>
            <a:endParaRPr lang="en-US" dirty="0" smtClean="0"/>
          </a:p>
          <a:p>
            <a:pPr marL="342900" indent="-342900">
              <a:buFont typeface="Wingdings" charset="0"/>
              <a:buChar char="à"/>
            </a:pPr>
            <a:r>
              <a:rPr lang="en-US" dirty="0" err="1" smtClean="0"/>
              <a:t>Transportasi</a:t>
            </a:r>
            <a:r>
              <a:rPr lang="en-US" dirty="0" smtClean="0"/>
              <a:t> ( ambulance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01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444500"/>
            <a:ext cx="8426335" cy="5791708"/>
          </a:xfrm>
        </p:spPr>
        <p:txBody>
          <a:bodyPr>
            <a:normAutofit fontScale="92500" lnSpcReduction="10000"/>
          </a:bodyPr>
          <a:lstStyle/>
          <a:p>
            <a:pPr marL="1225296" lvl="8" indent="0">
              <a:buNone/>
            </a:pPr>
            <a:r>
              <a:rPr lang="en-US" sz="3600" dirty="0" smtClean="0"/>
              <a:t>HAK </a:t>
            </a:r>
            <a:r>
              <a:rPr lang="en-US" sz="3600" dirty="0" err="1" smtClean="0"/>
              <a:t>Pasien</a:t>
            </a:r>
            <a:r>
              <a:rPr lang="en-US" sz="3600" dirty="0" smtClean="0"/>
              <a:t> Dan </a:t>
            </a:r>
            <a:r>
              <a:rPr lang="en-US" sz="3600" dirty="0" err="1" smtClean="0"/>
              <a:t>Keluarga</a:t>
            </a:r>
            <a:r>
              <a:rPr lang="en-US" sz="3600" dirty="0" smtClean="0"/>
              <a:t> (HPK)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 smtClean="0">
                <a:sym typeface="Wingdings"/>
              </a:rPr>
              <a:t>Hak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dan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kewajiban</a:t>
            </a:r>
            <a:r>
              <a:rPr lang="en-US" sz="3200" dirty="0" smtClean="0">
                <a:sym typeface="Wingdings"/>
              </a:rPr>
              <a:t>, </a:t>
            </a:r>
            <a:endParaRPr lang="en-US" sz="3200" dirty="0" smtClean="0"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 smtClean="0">
                <a:sym typeface="Wingdings"/>
              </a:rPr>
              <a:t>permintaan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pelayanan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rohani</a:t>
            </a:r>
            <a:r>
              <a:rPr lang="en-US" sz="3200" dirty="0" smtClean="0">
                <a:sym typeface="Wingdings"/>
              </a:rPr>
              <a:t> ( </a:t>
            </a:r>
            <a:r>
              <a:rPr lang="en-US" sz="3200" dirty="0" err="1" smtClean="0">
                <a:sym typeface="Wingdings"/>
              </a:rPr>
              <a:t>pendaftaran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smtClean="0">
                <a:sym typeface="Wingdings"/>
              </a:rPr>
              <a:t>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ym typeface="Wingdings"/>
              </a:rPr>
              <a:t>I</a:t>
            </a:r>
            <a:r>
              <a:rPr lang="en-US" sz="3200" dirty="0" smtClean="0">
                <a:sym typeface="Wingdings"/>
              </a:rPr>
              <a:t>nformed </a:t>
            </a:r>
            <a:r>
              <a:rPr lang="en-US" sz="3200" dirty="0" smtClean="0">
                <a:sym typeface="Wingdings"/>
              </a:rPr>
              <a:t>consent ( </a:t>
            </a:r>
            <a:r>
              <a:rPr lang="en-US" sz="3200" dirty="0" err="1" smtClean="0">
                <a:sym typeface="Wingdings"/>
              </a:rPr>
              <a:t>ada</a:t>
            </a:r>
            <a:r>
              <a:rPr lang="en-US" sz="3200" dirty="0" smtClean="0">
                <a:sym typeface="Wingdings"/>
              </a:rPr>
              <a:t> 5  minimal), </a:t>
            </a:r>
            <a:endParaRPr lang="en-US" sz="3200" dirty="0" smtClean="0"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sym typeface="Wingdings"/>
              </a:rPr>
              <a:t>P</a:t>
            </a:r>
            <a:r>
              <a:rPr lang="en-US" sz="3200" dirty="0" err="1" smtClean="0">
                <a:sym typeface="Wingdings"/>
              </a:rPr>
              <a:t>enitipan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barang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milik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pasien</a:t>
            </a:r>
            <a:r>
              <a:rPr lang="en-US" sz="3200" dirty="0" smtClean="0">
                <a:sym typeface="Wingdings"/>
              </a:rPr>
              <a:t> ( </a:t>
            </a:r>
            <a:r>
              <a:rPr lang="en-US" sz="3200" dirty="0" err="1" smtClean="0">
                <a:sym typeface="Wingdings"/>
              </a:rPr>
              <a:t>dengan</a:t>
            </a:r>
            <a:r>
              <a:rPr lang="en-US" sz="3200" dirty="0" smtClean="0">
                <a:sym typeface="Wingdings"/>
              </a:rPr>
              <a:t> security </a:t>
            </a:r>
            <a:r>
              <a:rPr lang="en-US" sz="3200" dirty="0" smtClean="0">
                <a:sym typeface="Wingdings"/>
              </a:rPr>
              <a:t>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ym typeface="Wingdings"/>
              </a:rPr>
              <a:t>S</a:t>
            </a:r>
            <a:r>
              <a:rPr lang="en-US" sz="3200" dirty="0" smtClean="0">
                <a:sym typeface="Wingdings"/>
              </a:rPr>
              <a:t>econd opinion,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sym typeface="Wingdings"/>
              </a:rPr>
              <a:t>P</a:t>
            </a:r>
            <a:r>
              <a:rPr lang="en-US" sz="3200" dirty="0" err="1" smtClean="0">
                <a:sym typeface="Wingdings"/>
              </a:rPr>
              <a:t>enjelasan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hasil</a:t>
            </a:r>
            <a:r>
              <a:rPr lang="en-US" sz="3200" dirty="0" smtClean="0">
                <a:sym typeface="Wingdings"/>
              </a:rPr>
              <a:t> proses </a:t>
            </a:r>
            <a:r>
              <a:rPr lang="en-US" sz="3200" dirty="0" err="1" smtClean="0">
                <a:sym typeface="Wingdings"/>
              </a:rPr>
              <a:t>dan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asuhan</a:t>
            </a:r>
            <a:r>
              <a:rPr lang="en-US" sz="3200" dirty="0" smtClean="0">
                <a:sym typeface="Wingdings"/>
              </a:rPr>
              <a:t>/</a:t>
            </a:r>
            <a:r>
              <a:rPr lang="en-US" sz="3200" dirty="0" err="1" smtClean="0">
                <a:sym typeface="Wingdings"/>
              </a:rPr>
              <a:t>pengobatan</a:t>
            </a:r>
            <a:r>
              <a:rPr lang="en-US" sz="3200" dirty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dan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hasil</a:t>
            </a:r>
            <a:r>
              <a:rPr lang="en-US" sz="3200" dirty="0" smtClean="0">
                <a:sym typeface="Wingdings"/>
              </a:rPr>
              <a:t> yang </a:t>
            </a:r>
            <a:r>
              <a:rPr lang="en-US" sz="3200" dirty="0" err="1" smtClean="0">
                <a:sym typeface="Wingdings"/>
              </a:rPr>
              <a:t>tidak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terduga</a:t>
            </a:r>
            <a:r>
              <a:rPr lang="en-US" sz="3200" dirty="0" smtClean="0">
                <a:sym typeface="Wingdings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sym typeface="Wingdings"/>
              </a:rPr>
              <a:t>P</a:t>
            </a:r>
            <a:r>
              <a:rPr lang="en-US" sz="3200" dirty="0" err="1" smtClean="0">
                <a:sym typeface="Wingdings"/>
              </a:rPr>
              <a:t>elayanan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pasien</a:t>
            </a:r>
            <a:r>
              <a:rPr lang="en-US" sz="3200" dirty="0" smtClean="0">
                <a:sym typeface="Wingdings"/>
              </a:rPr>
              <a:t> di </a:t>
            </a:r>
            <a:r>
              <a:rPr lang="en-US" sz="3200" dirty="0" err="1" smtClean="0">
                <a:sym typeface="Wingdings"/>
              </a:rPr>
              <a:t>akhir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err="1" smtClean="0">
                <a:sym typeface="Wingdings"/>
              </a:rPr>
              <a:t>kehidupan</a:t>
            </a:r>
            <a:r>
              <a:rPr lang="en-US" sz="3200" dirty="0" smtClean="0">
                <a:sym typeface="Wingdings"/>
              </a:rPr>
              <a:t>, </a:t>
            </a:r>
            <a:endParaRPr lang="en-US" sz="3200" dirty="0" smtClean="0"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i="1" dirty="0" smtClean="0">
                <a:sym typeface="Wingdings"/>
              </a:rPr>
              <a:t>handling </a:t>
            </a:r>
            <a:r>
              <a:rPr lang="en-US" sz="3200" i="1" dirty="0" smtClean="0">
                <a:sym typeface="Wingdings"/>
              </a:rPr>
              <a:t>complain</a:t>
            </a:r>
            <a:r>
              <a:rPr lang="en-US" sz="3200" dirty="0" smtClean="0">
                <a:sym typeface="Wingdings"/>
              </a:rPr>
              <a:t>, </a:t>
            </a:r>
            <a:endParaRPr lang="en-US" sz="3200" dirty="0" smtClean="0"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 smtClean="0">
                <a:sym typeface="Wingdings"/>
              </a:rPr>
              <a:t>donasi</a:t>
            </a:r>
            <a:r>
              <a:rPr lang="en-US" sz="3200" dirty="0" smtClean="0">
                <a:sym typeface="Wingdings"/>
              </a:rPr>
              <a:t> </a:t>
            </a:r>
            <a:r>
              <a:rPr lang="en-US" sz="3200" dirty="0" smtClean="0">
                <a:sym typeface="Wingdings"/>
              </a:rPr>
              <a:t>organ.</a:t>
            </a:r>
          </a:p>
        </p:txBody>
      </p:sp>
    </p:spTree>
    <p:extLst>
      <p:ext uri="{BB962C8B-B14F-4D97-AF65-F5344CB8AC3E}">
        <p14:creationId xmlns:p14="http://schemas.microsoft.com/office/powerpoint/2010/main" val="106205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768350" y="430213"/>
            <a:ext cx="7289800" cy="5878512"/>
          </a:xfrm>
        </p:spPr>
        <p:txBody>
          <a:bodyPr>
            <a:noAutofit/>
          </a:bodyPr>
          <a:lstStyle/>
          <a:p>
            <a:pPr lvl="8"/>
            <a:endParaRPr lang="en-US" sz="2000" dirty="0" smtClean="0"/>
          </a:p>
          <a:p>
            <a:pPr marL="0" indent="0">
              <a:buNone/>
            </a:pPr>
            <a:r>
              <a:rPr lang="en-US" sz="3600" dirty="0" smtClean="0">
                <a:sym typeface="Wingdings"/>
              </a:rPr>
              <a:t>AP ( </a:t>
            </a:r>
            <a:r>
              <a:rPr lang="en-US" sz="3600" dirty="0" err="1" smtClean="0">
                <a:sym typeface="Wingdings"/>
              </a:rPr>
              <a:t>Asesmen</a:t>
            </a:r>
            <a:r>
              <a:rPr lang="en-US" sz="3600" dirty="0" smtClean="0">
                <a:sym typeface="Wingdings"/>
              </a:rPr>
              <a:t>  </a:t>
            </a:r>
            <a:r>
              <a:rPr lang="en-US" sz="3600" dirty="0" err="1" smtClean="0">
                <a:sym typeface="Wingdings"/>
              </a:rPr>
              <a:t>Pasien</a:t>
            </a:r>
            <a:r>
              <a:rPr lang="en-US" sz="3600" dirty="0" smtClean="0">
                <a:sym typeface="Wingdings"/>
              </a:rPr>
              <a:t> )</a:t>
            </a:r>
          </a:p>
          <a:p>
            <a:pPr marL="687388" lvl="2" indent="-342900"/>
            <a:r>
              <a:rPr lang="en-US" sz="2000" dirty="0" err="1" smtClean="0">
                <a:sym typeface="Wingdings"/>
              </a:rPr>
              <a:t>Sistem</a:t>
            </a:r>
            <a:r>
              <a:rPr lang="en-US" sz="2000" dirty="0" smtClean="0">
                <a:sym typeface="Wingdings"/>
              </a:rPr>
              <a:t> </a:t>
            </a:r>
            <a:r>
              <a:rPr lang="en-US" sz="2000" dirty="0">
                <a:sym typeface="Wingdings"/>
              </a:rPr>
              <a:t>IAR ( </a:t>
            </a:r>
            <a:r>
              <a:rPr lang="en-US" sz="2000" dirty="0" err="1">
                <a:sym typeface="Wingdings"/>
              </a:rPr>
              <a:t>informasi</a:t>
            </a:r>
            <a:r>
              <a:rPr lang="en-US" sz="2000" dirty="0">
                <a:sym typeface="Wingdings"/>
              </a:rPr>
              <a:t>, </a:t>
            </a:r>
            <a:r>
              <a:rPr lang="en-US" sz="2000" dirty="0" err="1">
                <a:sym typeface="Wingdings"/>
              </a:rPr>
              <a:t>analisa</a:t>
            </a:r>
            <a:r>
              <a:rPr lang="en-US" sz="2000" dirty="0">
                <a:sym typeface="Wingdings"/>
              </a:rPr>
              <a:t> data </a:t>
            </a:r>
            <a:r>
              <a:rPr lang="en-US" sz="2000" dirty="0" err="1">
                <a:sym typeface="Wingdings"/>
              </a:rPr>
              <a:t>dan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informasi</a:t>
            </a:r>
            <a:r>
              <a:rPr lang="en-US" sz="2000" dirty="0">
                <a:sym typeface="Wingdings"/>
              </a:rPr>
              <a:t>, </a:t>
            </a:r>
            <a:r>
              <a:rPr lang="en-US" sz="2000" dirty="0" err="1">
                <a:sym typeface="Wingdings"/>
              </a:rPr>
              <a:t>Rencana</a:t>
            </a:r>
            <a:r>
              <a:rPr lang="en-US" sz="2000" dirty="0">
                <a:sym typeface="Wingdings"/>
              </a:rPr>
              <a:t> )</a:t>
            </a:r>
          </a:p>
          <a:p>
            <a:pPr marL="687388" lvl="2" indent="-342900"/>
            <a:r>
              <a:rPr lang="en-US" sz="2000" dirty="0" err="1">
                <a:sym typeface="Wingdings"/>
              </a:rPr>
              <a:t>Metode</a:t>
            </a:r>
            <a:r>
              <a:rPr lang="en-US" sz="2000" dirty="0">
                <a:sym typeface="Wingdings"/>
              </a:rPr>
              <a:t>  SOAP di CPPT</a:t>
            </a:r>
          </a:p>
          <a:p>
            <a:pPr marL="687388" lvl="2" indent="-342900"/>
            <a:r>
              <a:rPr lang="en-US" sz="2000" dirty="0" err="1">
                <a:sym typeface="Wingdings"/>
              </a:rPr>
              <a:t>Keterlibatan</a:t>
            </a:r>
            <a:r>
              <a:rPr lang="en-US" sz="2000" dirty="0">
                <a:sym typeface="Wingdings"/>
              </a:rPr>
              <a:t>  </a:t>
            </a:r>
            <a:r>
              <a:rPr lang="en-US" sz="2000" dirty="0" err="1">
                <a:sym typeface="Wingdings"/>
              </a:rPr>
              <a:t>pasien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dalama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pengisian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asesemen</a:t>
            </a:r>
            <a:r>
              <a:rPr lang="en-US" sz="2000" dirty="0">
                <a:sym typeface="Wingdings"/>
              </a:rPr>
              <a:t> </a:t>
            </a:r>
          </a:p>
          <a:p>
            <a:pPr marL="687388" lvl="2" indent="-342900"/>
            <a:r>
              <a:rPr lang="en-US" sz="2000" dirty="0" err="1">
                <a:sym typeface="Wingdings"/>
              </a:rPr>
              <a:t>Pelaporan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nilai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kritis</a:t>
            </a:r>
            <a:r>
              <a:rPr lang="en-US" sz="2000" dirty="0">
                <a:sym typeface="Wingdings"/>
              </a:rPr>
              <a:t> </a:t>
            </a:r>
          </a:p>
          <a:p>
            <a:pPr marL="687388" lvl="2" indent="-342900"/>
            <a:r>
              <a:rPr lang="en-US" sz="2000" dirty="0" err="1">
                <a:sym typeface="Wingdings"/>
              </a:rPr>
              <a:t>Keterlibatan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pasien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dalam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pemebrian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transfusi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darah</a:t>
            </a:r>
            <a:endParaRPr lang="en-US" sz="2000" dirty="0">
              <a:sym typeface="Wingdings"/>
            </a:endParaRPr>
          </a:p>
          <a:p>
            <a:pPr marL="687388" lvl="2" indent="-342900"/>
            <a:r>
              <a:rPr lang="en-US" sz="2000" dirty="0" err="1">
                <a:sym typeface="Wingdings"/>
              </a:rPr>
              <a:t>Penjelasan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radiolog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dalam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pemeberian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dosis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maksimum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radiasi</a:t>
            </a:r>
            <a:endParaRPr lang="en-US" sz="2000" dirty="0">
              <a:sym typeface="Wingdings"/>
            </a:endParaRPr>
          </a:p>
          <a:p>
            <a:pPr marL="342900" indent="-342900"/>
            <a:r>
              <a:rPr lang="en-US" sz="3600" dirty="0">
                <a:sym typeface="Wingdings"/>
              </a:rPr>
              <a:t>PAP ( </a:t>
            </a:r>
            <a:r>
              <a:rPr lang="en-US" sz="3600" dirty="0" err="1">
                <a:sym typeface="Wingdings"/>
              </a:rPr>
              <a:t>Pelayanan</a:t>
            </a:r>
            <a:r>
              <a:rPr lang="en-US" sz="3600" dirty="0">
                <a:sym typeface="Wingdings"/>
              </a:rPr>
              <a:t> Dan </a:t>
            </a:r>
            <a:r>
              <a:rPr lang="en-US" sz="3600" dirty="0" err="1">
                <a:sym typeface="Wingdings"/>
              </a:rPr>
              <a:t>Asuhan</a:t>
            </a:r>
            <a:r>
              <a:rPr lang="en-US" sz="3600" dirty="0">
                <a:sym typeface="Wingdings"/>
              </a:rPr>
              <a:t> </a:t>
            </a:r>
            <a:r>
              <a:rPr lang="en-US" sz="3600" dirty="0" err="1">
                <a:sym typeface="Wingdings"/>
              </a:rPr>
              <a:t>Pasien</a:t>
            </a:r>
            <a:r>
              <a:rPr lang="en-US" sz="3600" dirty="0">
                <a:sym typeface="Wingdings"/>
              </a:rPr>
              <a:t> )</a:t>
            </a:r>
          </a:p>
          <a:p>
            <a:pPr marL="687388" lvl="2" indent="-342900"/>
            <a:r>
              <a:rPr lang="en-US" sz="2000" dirty="0">
                <a:sym typeface="Wingdings"/>
              </a:rPr>
              <a:t>CPPT</a:t>
            </a:r>
          </a:p>
          <a:p>
            <a:pPr marL="687388" lvl="2" indent="-342900"/>
            <a:r>
              <a:rPr lang="en-US" sz="2000" dirty="0" err="1">
                <a:sym typeface="Wingdings"/>
              </a:rPr>
              <a:t>Catatan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mandiri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keperawatan</a:t>
            </a:r>
            <a:endParaRPr lang="en-US" sz="2000" dirty="0">
              <a:sym typeface="Wingdings"/>
            </a:endParaRPr>
          </a:p>
          <a:p>
            <a:pPr marL="687388" lvl="2" indent="-342900"/>
            <a:r>
              <a:rPr lang="en-US" sz="2000" dirty="0" err="1">
                <a:sym typeface="Wingdings"/>
              </a:rPr>
              <a:t>Penjelasan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pemasangan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dan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pelepasan</a:t>
            </a:r>
            <a:r>
              <a:rPr lang="en-US" sz="2000" dirty="0">
                <a:sym typeface="Wingdings"/>
              </a:rPr>
              <a:t> restrain</a:t>
            </a:r>
          </a:p>
          <a:p>
            <a:pPr marL="687388" lvl="2" indent="-342900"/>
            <a:r>
              <a:rPr lang="en-US" sz="2000" dirty="0" err="1">
                <a:sym typeface="Wingdings"/>
              </a:rPr>
              <a:t>Skrinig</a:t>
            </a:r>
            <a:r>
              <a:rPr lang="en-US" sz="2000" dirty="0">
                <a:sym typeface="Wingdings"/>
              </a:rPr>
              <a:t>, </a:t>
            </a:r>
            <a:r>
              <a:rPr lang="en-US" sz="2000" dirty="0" err="1">
                <a:sym typeface="Wingdings"/>
              </a:rPr>
              <a:t>Asesemen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dan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asuhan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gizi</a:t>
            </a:r>
            <a:endParaRPr lang="en-US" sz="2000" dirty="0">
              <a:sym typeface="Wingdings"/>
            </a:endParaRPr>
          </a:p>
          <a:p>
            <a:pPr marL="687388" lvl="2" indent="-342900"/>
            <a:r>
              <a:rPr lang="en-US" sz="2000" dirty="0" err="1">
                <a:sym typeface="Wingdings"/>
              </a:rPr>
              <a:t>Pelayanan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pasien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dalam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>
                <a:sym typeface="Wingdings"/>
              </a:rPr>
              <a:t>tahap</a:t>
            </a:r>
            <a:r>
              <a:rPr lang="en-US" sz="2000" dirty="0">
                <a:sym typeface="Wingdings"/>
              </a:rPr>
              <a:t> terminal</a:t>
            </a:r>
          </a:p>
          <a:p>
            <a:pPr marL="687388" lvl="2" indent="-342900"/>
            <a:endParaRPr lang="en-US" sz="2000" dirty="0">
              <a:sym typeface="Wingdings"/>
            </a:endParaRPr>
          </a:p>
          <a:p>
            <a:pPr marL="0" indent="0">
              <a:buNone/>
            </a:pPr>
            <a:r>
              <a:rPr lang="en-US" sz="3600" dirty="0">
                <a:sym typeface="Wingding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4797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469900"/>
            <a:ext cx="8595360" cy="5766308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PAB</a:t>
            </a:r>
          </a:p>
          <a:p>
            <a:pPr marL="515938" lvl="1" indent="-34290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Marking</a:t>
            </a:r>
          </a:p>
          <a:p>
            <a:pPr marL="515938" lvl="1" indent="-342900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Surgical safety check list</a:t>
            </a:r>
          </a:p>
          <a:p>
            <a:pPr marL="515938" lvl="1" indent="-342900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Informed consent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anastesi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bedah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5938" lvl="1" indent="-342900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Persiapan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pre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post op</a:t>
            </a:r>
          </a:p>
          <a:p>
            <a:pPr marL="342900" indent="-342900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PKPO</a:t>
            </a:r>
          </a:p>
          <a:p>
            <a:pPr marL="515938" lvl="1" indent="-342900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Rekonsiliasi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5938" lvl="1" indent="-342900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Messo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5938" lvl="1" indent="-342900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PIO</a:t>
            </a:r>
          </a:p>
          <a:p>
            <a:pPr marL="515938" lvl="1" indent="-342900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Penjelasan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obat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MKE (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Manajemen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Edukasi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515938" lvl="1" indent="-342900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Edukasi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leaflet,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kunjungn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masyarakat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39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558800"/>
            <a:ext cx="8595360" cy="5677408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PMKP (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Mutu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Keselamatan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lvl="1"/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Capaian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indikator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mutu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PPI (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Pencegahan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Pengendalian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Infeksi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515938" lvl="1" indent="-34290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Edukasi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cuci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tangan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24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277</TotalTime>
  <Words>296</Words>
  <Application>Microsoft Office PowerPoint</Application>
  <PresentationFormat>On-screen Show (4:3)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Tw Cen MT</vt:lpstr>
      <vt:lpstr>Tw Cen MT Condensed</vt:lpstr>
      <vt:lpstr>Wingdings</vt:lpstr>
      <vt:lpstr>Wingdings 3</vt:lpstr>
      <vt:lpstr>Integral</vt:lpstr>
      <vt:lpstr>Overview Komunikasi Efektif Dalam SNARS 2018</vt:lpstr>
      <vt:lpstr>Komunikasi efektif dalam elemen SNARS 2018 ada dalam: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KOMUNIKASI EFEKTIF DALAM PPA ( PROFESIONAL PEMBERI ASUHAN)</dc:title>
  <dc:creator>JULIA INDRIATY</dc:creator>
  <cp:lastModifiedBy>Julia Indriaty</cp:lastModifiedBy>
  <cp:revision>24</cp:revision>
  <dcterms:created xsi:type="dcterms:W3CDTF">2019-04-22T16:28:21Z</dcterms:created>
  <dcterms:modified xsi:type="dcterms:W3CDTF">2019-04-23T22:51:58Z</dcterms:modified>
</cp:coreProperties>
</file>