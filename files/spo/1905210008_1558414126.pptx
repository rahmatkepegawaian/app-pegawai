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7" r:id="rId1"/>
  </p:sldMasterIdLst>
  <p:sldIdLst>
    <p:sldId id="269" r:id="rId2"/>
    <p:sldId id="270" r:id="rId3"/>
    <p:sldId id="261" r:id="rId4"/>
    <p:sldId id="257" r:id="rId5"/>
    <p:sldId id="258" r:id="rId6"/>
    <p:sldId id="259" r:id="rId7"/>
    <p:sldId id="262" r:id="rId8"/>
    <p:sldId id="271" r:id="rId9"/>
    <p:sldId id="272" r:id="rId10"/>
    <p:sldId id="273" r:id="rId11"/>
    <p:sldId id="274" r:id="rId12"/>
    <p:sldId id="275" r:id="rId13"/>
    <p:sldId id="27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CED3E41-E2DE-48B7-AD25-2C05D8372D60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26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202C6-8B37-41F0-B3E4-774551D1C22F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32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8D1B-BB73-41B2-8202-C6678B761557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964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11E46-B9AD-4605-BA48-F4BA770367EA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85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4492-1D66-40E5-BF5F-8AE5B76A3760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56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0655-FBEF-4656-A8A9-E7D9EB4F4DEC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0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2BA2-D035-44CD-B6C5-345CD46C68A9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4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44D9-E8EB-4DFC-9BAC-8FC5CFB1A919}" type="datetime4">
              <a:rPr lang="en-US" smtClean="0"/>
              <a:pPr/>
              <a:t>April 24, 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97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4904-8048-429B-BF77-F17DA8F8287B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928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19237-00E8-48F5-9A77-8496B8A0E541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0992-D05B-4846-8E6E-CA034CB4F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45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19237-00E8-48F5-9A77-8496B8A0E541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0992-D05B-4846-8E6E-CA034CB4F16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16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441D7B3-F7C5-4013-AC5D-399DD8DB11FA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52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IMPLEMENTASI KOMUNIKASI EFEKTIF DALAM MULTIDISIPLINARY ROUNDS (MDR)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DI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RUMAH SAKIT</a:t>
            </a:r>
          </a:p>
          <a:p>
            <a:pPr marL="0" indent="0" algn="ctr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sz="1800" dirty="0" smtClean="0"/>
              <a:t>JULIA INDRIAY,SKM,MARS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0963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PENDAHULUAN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Ancaman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hukum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tenaga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kesehatan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zaman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sekarang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mulai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Standar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Nasional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Akreditasi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RS ,SNARS , JCI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telah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memberikan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tuntunan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mengatasi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SBB:</a:t>
            </a:r>
          </a:p>
          <a:p>
            <a:pPr lvl="2"/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TATA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Kelola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baik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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tata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kelola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pasien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yang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baik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pPr lvl="2"/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Kepemimpinan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, 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Leadership,Budaya,etika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pPr lvl="2"/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Manajemen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risiko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rumah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sakit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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asesemen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risiko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setiap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unit,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penelolaan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risiko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pPr lvl="2"/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Asuhan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Pasien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: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PCC,Asuhan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pasien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terintegrasi,PPA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sebagai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Tim</a:t>
            </a:r>
          </a:p>
          <a:p>
            <a:pPr lvl="2"/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Asuhan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pasien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yang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terintegrasi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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kolaborasi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interpersonal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dilaksanakan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dalam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berbagai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cara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,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salah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satunya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adalah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MDR 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Ronde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Multi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Disiplin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pPr lvl="2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MDR 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dapat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meningkatkan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komunilasi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efektif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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meningkatkan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mutu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pelayanan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keselamatan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pasien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28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PCC ( Patient Center Care 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Menurut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IOM ( institute of medicine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menghormati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responsif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terhadap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pilihan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kebutuhan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nilai-nilai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pribadi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 Serta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memastikan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bahwa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nilai-nilai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panduan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keputusan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klinis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974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779470"/>
          </a:xfrm>
        </p:spPr>
        <p:txBody>
          <a:bodyPr/>
          <a:lstStyle/>
          <a:p>
            <a:r>
              <a:rPr lang="en-US" dirty="0" smtClean="0"/>
              <a:t>SNARS 2018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364686"/>
            <a:ext cx="7752449" cy="4944674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PCC (PATIENT CENTER CARE)</a:t>
            </a:r>
          </a:p>
        </p:txBody>
      </p:sp>
      <p:sp>
        <p:nvSpPr>
          <p:cNvPr id="4" name="Oval 3"/>
          <p:cNvSpPr/>
          <p:nvPr/>
        </p:nvSpPr>
        <p:spPr>
          <a:xfrm>
            <a:off x="5423118" y="2039825"/>
            <a:ext cx="1493248" cy="11326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DOKTER 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391486" y="3302541"/>
            <a:ext cx="1493248" cy="11326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PASIEN 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042489" y="4398863"/>
            <a:ext cx="1776450" cy="11326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FISITERAPI 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576505" y="4980229"/>
            <a:ext cx="1493248" cy="11326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AHLI GIZI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042489" y="2476058"/>
            <a:ext cx="1776450" cy="11326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APOTEKER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589099" y="3745979"/>
            <a:ext cx="1683839" cy="11326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PERAWAT/BIDAN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4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480510"/>
            <a:ext cx="8595360" cy="5755698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ASUHAN PASIEN TERINTEGRASI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Integrasi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Intra-Inter PPA (AP4,SKP2,TKRS3.2, MKE 5 )</a:t>
            </a:r>
          </a:p>
          <a:p>
            <a:pPr marL="0" indent="0" algn="ctr">
              <a:buNone/>
            </a:pP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Integrasi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antar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unit ( PAP 2, ARK 3.1,TKRS 3.2,MKE 5 )</a:t>
            </a:r>
          </a:p>
          <a:p>
            <a:pPr marL="0" indent="0" algn="ctr">
              <a:buNone/>
            </a:pP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Integrasi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PPA –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( HPK2,2.1,2.1,AP4,MKE6 )</a:t>
            </a:r>
          </a:p>
          <a:p>
            <a:pPr marL="0" indent="0" algn="ctr"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Perjanjian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( HPK,ARK,PAP,MKE)</a:t>
            </a:r>
          </a:p>
          <a:p>
            <a:pPr marL="0" indent="0" algn="ctr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DPJP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clinical leader ( PAP,AP )</a:t>
            </a:r>
          </a:p>
          <a:p>
            <a:pPr marL="0" indent="0" algn="ctr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PPA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tim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kolaborasi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interpersonal ( AP,PAP,MKE )</a:t>
            </a:r>
          </a:p>
          <a:p>
            <a:pPr marL="0" indent="0" algn="ctr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CPPT (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Catatan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Perkembangan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Terintegrasi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) ( AP,PAP)</a:t>
            </a:r>
          </a:p>
          <a:p>
            <a:pPr marL="0" indent="0" algn="ctr">
              <a:buNone/>
            </a:pP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Kolaborasi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(HPK,MKE)</a:t>
            </a:r>
          </a:p>
          <a:p>
            <a:pPr marL="0" indent="0" algn="ctr">
              <a:buNone/>
            </a:pP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Manajer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Pelayanan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(ARK,PAP,MIRMS)</a:t>
            </a:r>
          </a:p>
          <a:p>
            <a:pPr marL="0" indent="0" algn="ctr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ICP ( integrated Care Pathway )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PMKP</a:t>
            </a:r>
          </a:p>
          <a:p>
            <a:pPr marL="0" indent="0" algn="ctr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Discharge planning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terintegrasi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( ARK )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56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Rumah</a:t>
            </a:r>
            <a:r>
              <a:rPr lang="en-US" dirty="0" smtClean="0"/>
              <a:t> </a:t>
            </a:r>
            <a:r>
              <a:rPr lang="en-US" dirty="0" err="1" smtClean="0"/>
              <a:t>Sakit</a:t>
            </a:r>
            <a:r>
              <a:rPr lang="en-US" dirty="0" smtClean="0"/>
              <a:t> 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Berdayakan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libatkan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keluarga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 AP )</a:t>
            </a: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Tingkatkan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Perkuat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Kepemimpinan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akuntabilitas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(TKRS)</a:t>
            </a: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Reorientasi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paradigma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 PCC</a:t>
            </a: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Asuhan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pasien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terintegrasi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Ciptakan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lingkungan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yang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kondusif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153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7351" y="678942"/>
            <a:ext cx="7290054" cy="713232"/>
          </a:xfrm>
        </p:spPr>
        <p:txBody>
          <a:bodyPr>
            <a:normAutofit/>
          </a:bodyPr>
          <a:lstStyle/>
          <a:p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Standar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Keselamatan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asien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7351" y="1731818"/>
            <a:ext cx="8064234" cy="450439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PMK 11 TAHUN 2017 TENTANG KESELAMATAN PASIEN</a:t>
            </a:r>
          </a:p>
          <a:p>
            <a:pPr marL="457200" indent="-457200">
              <a:buAutoNum type="arabicPeriod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STANDAR HPK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 HAK PASIEN</a:t>
            </a:r>
          </a:p>
          <a:p>
            <a:pPr marL="457200" indent="-457200">
              <a:buAutoNum type="arabicPeriod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STANDAR MKE  MENDIDIK PASIEN DAN KLEUARGA</a:t>
            </a:r>
          </a:p>
          <a:p>
            <a:pPr marL="457200" indent="-457200">
              <a:buAutoNum type="arabicPeriod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STANDAR ARK  KESELAMATAN PASIEN DAN ASUHAN BERKESINAMBUNGAN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pPr marL="457200" indent="-457200">
              <a:buAutoNum type="arabicPeriod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own Arrow 3"/>
          <p:cNvSpPr/>
          <p:nvPr/>
        </p:nvSpPr>
        <p:spPr>
          <a:xfrm>
            <a:off x="3537978" y="3784600"/>
            <a:ext cx="914400" cy="8763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39800" y="4660900"/>
            <a:ext cx="657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Komunikasi</a:t>
            </a:r>
            <a:r>
              <a:rPr lang="en-US" sz="2000" dirty="0" smtClean="0"/>
              <a:t> </a:t>
            </a:r>
            <a:r>
              <a:rPr lang="en-US" sz="2000" dirty="0" err="1" smtClean="0"/>
              <a:t>merupakan</a:t>
            </a:r>
            <a:r>
              <a:rPr lang="en-US" sz="2000" dirty="0" smtClean="0"/>
              <a:t> </a:t>
            </a:r>
            <a:r>
              <a:rPr lang="en-US" sz="2000" dirty="0" err="1" smtClean="0"/>
              <a:t>kunci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mencapai</a:t>
            </a:r>
            <a:r>
              <a:rPr lang="en-US" sz="2000" dirty="0" smtClean="0"/>
              <a:t> </a:t>
            </a:r>
            <a:r>
              <a:rPr lang="en-US" sz="2000" dirty="0" err="1" smtClean="0"/>
              <a:t>keselamatan</a:t>
            </a:r>
            <a:r>
              <a:rPr lang="en-US" sz="2000" dirty="0" smtClean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93598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Konsep</a:t>
            </a:r>
            <a:r>
              <a:rPr lang="en-US" dirty="0" smtClean="0"/>
              <a:t> </a:t>
            </a:r>
            <a:r>
              <a:rPr lang="en-US" dirty="0" err="1" smtClean="0"/>
              <a:t>Pasien</a:t>
            </a:r>
            <a:r>
              <a:rPr lang="en-US" dirty="0" smtClean="0"/>
              <a:t> Center Care (PCC)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Berpatner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Keputusan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klinis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berdasarkan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nilai-nilai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Komitmen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(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visite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PPA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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teaminterdisiplin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dengan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kolaborasi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interprofesional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pPr lvl="1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PPA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sebagai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tim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dengan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pasien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sebagai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center</a:t>
            </a: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Tugas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mandiri,kolaborasi,delegatif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Kopetensi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profesi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kopetensi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kolaborasi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interprofesional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( RKK )</a:t>
            </a:r>
          </a:p>
          <a:p>
            <a:pPr lvl="1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DPJP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sebagai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clinical leader</a:t>
            </a:r>
          </a:p>
          <a:p>
            <a:pPr lvl="2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Menyususn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kerangka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asuhan,melakuan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koordinasi,kolaborasi,interpretasi,review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mengintegrasikan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asuhan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pasien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Asuhan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pasien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terintegrasi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 PPA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DPJP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sebagai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clinical leader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992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Standar</a:t>
            </a:r>
            <a:r>
              <a:rPr lang="en-US" dirty="0" smtClean="0"/>
              <a:t> SNARS 2018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Standar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AP 4</a:t>
            </a: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PPA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Bekerja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memebrikan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terintegrasi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masing2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asesemen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berbasis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pengumpulan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membeuat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rencana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(IAR) 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DPJP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ketua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mengintegrasikan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termasuk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menentukan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prioritas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kebutuhan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mendesak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rawat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inap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 </a:t>
            </a:r>
            <a:r>
              <a:rPr lang="en-US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asuhan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pasien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terintegrasi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941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PAP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Ditetapkan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melakukaan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integrasi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koordinasi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pelayanan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kepada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setiap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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integrasi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pelayanan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melaluai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Case Manager /MPP</a:t>
            </a:r>
          </a:p>
          <a:p>
            <a:pPr lvl="1"/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Elemen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:</a:t>
            </a:r>
          </a:p>
          <a:p>
            <a:pPr lvl="2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Ada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regulasi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yang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mengatur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pelayanan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asuhan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terintegrasi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di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antar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berbagai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unit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pelayanan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pPr lvl="2"/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Rencana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asuhan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diintegrasikan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dikoordinasikan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di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antara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berbagai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unit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pelayanan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pPr lvl="2"/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Hasil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atau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simpulan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dari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tim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PPA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atau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diskusi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lain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didokumentasikan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dalam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CPPT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644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Multidisciplinary Rounds MDR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MDR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model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senter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menkankan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safety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efisiensi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memberdayakan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anggota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untk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memberikan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keahlian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individunya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menambahkan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asuhanpasien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pola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disepakati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MDR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PPA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berkumpul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mengkoordinasikan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pasien,menetapkan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prioritas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asuhan,menetapkan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sasaran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/goal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harian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merencanakan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pemindahan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pemulangan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Partisipasi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apoteker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ronde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dikaitkan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berkurangnnya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kejadian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salah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obat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MDR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memperbaiki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antar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pemberi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880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KONDISI </a:t>
            </a:r>
            <a:r>
              <a:rPr lang="en-US" dirty="0" err="1" smtClean="0"/>
              <a:t>Lapangan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Seringkali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keputusan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berkaitan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tanpa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masukan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pemebri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keperawatan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farmasi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gizi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nutrisi,fisoterapi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dokter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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berakibat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terjadi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gagal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komunikasi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berakibat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mutu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asuhan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yang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buruk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terkotak2</a:t>
            </a: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MDR yang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baik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dapat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menjadi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sarana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yang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kuat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bagi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:</a:t>
            </a: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Koordinasi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asuhan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antar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disiplin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Penelaahan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staus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pasien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terkini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Menjelaskan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Goal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pasien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Menciptakan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suatu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perencanaan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asuhan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yang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komprehensip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MDR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menjadi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mekanisme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formal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bagi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komunikasi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harian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antar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tim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asuhan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pasien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keluarga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berkenaan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dengan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idrntifikasi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risiko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safety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identifikasi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goal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harian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87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DAMPAK MDR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Peningkatan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antar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pemberi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Mengurangi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kesalahan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Mengurangi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Length of stay</a:t>
            </a: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Rencana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pemulangan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kolaborasi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antar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multidisiplin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888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269</TotalTime>
  <Words>692</Words>
  <Application>Microsoft Office PowerPoint</Application>
  <PresentationFormat>On-screen Show (4:3)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Tw Cen MT</vt:lpstr>
      <vt:lpstr>Tw Cen MT Condensed</vt:lpstr>
      <vt:lpstr>Wingdings</vt:lpstr>
      <vt:lpstr>Wingdings 3</vt:lpstr>
      <vt:lpstr>Integral</vt:lpstr>
      <vt:lpstr>PowerPoint Presentation</vt:lpstr>
      <vt:lpstr>PENDAHULUAN</vt:lpstr>
      <vt:lpstr>PCC ( Patient Center Care )</vt:lpstr>
      <vt:lpstr>SNARS 2018</vt:lpstr>
      <vt:lpstr>PowerPoint Presentation</vt:lpstr>
      <vt:lpstr>Rumah Sakit Saat ini</vt:lpstr>
      <vt:lpstr>Standar Keselamatan Pasien rumah sakit</vt:lpstr>
      <vt:lpstr>Konsep Pasien Center Care (PCC)</vt:lpstr>
      <vt:lpstr>Aplikasi dalam Standar SNARS 2018</vt:lpstr>
      <vt:lpstr>PAP 2</vt:lpstr>
      <vt:lpstr>Multidisciplinary Rounds MDR</vt:lpstr>
      <vt:lpstr>KONDISI Lapangan</vt:lpstr>
      <vt:lpstr>DAMPAK MDR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KOMUNIKASI EFEKTIF DALAM PPA ( PROFESIONAL PEMBERI ASUHAN)</dc:title>
  <dc:creator>JULIA INDRIATY</dc:creator>
  <cp:lastModifiedBy>Julia Indriaty</cp:lastModifiedBy>
  <cp:revision>22</cp:revision>
  <dcterms:created xsi:type="dcterms:W3CDTF">2019-04-22T16:28:21Z</dcterms:created>
  <dcterms:modified xsi:type="dcterms:W3CDTF">2019-04-23T22:55:09Z</dcterms:modified>
</cp:coreProperties>
</file>